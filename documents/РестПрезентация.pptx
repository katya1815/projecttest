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notesMasterIdLst>
    <p:notesMasterId r:id="rId32"/>
  </p:notesMasterIdLst>
  <p:sldIdLst>
    <p:sldId id="258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9" r:id="rId30"/>
    <p:sldId id="288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2F0B"/>
    <a:srgbClr val="FDF1E9"/>
    <a:srgbClr val="FBE4C1"/>
    <a:srgbClr val="D9F4FF"/>
    <a:srgbClr val="FAD9C2"/>
    <a:srgbClr val="FBCB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7" autoAdjust="0"/>
    <p:restoredTop sz="93622" autoAdjust="0"/>
  </p:normalViewPr>
  <p:slideViewPr>
    <p:cSldViewPr snapToGrid="0">
      <p:cViewPr varScale="1">
        <p:scale>
          <a:sx n="104" d="100"/>
          <a:sy n="104" d="100"/>
        </p:scale>
        <p:origin x="9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662022-5FB3-4761-B795-D45C5BD28A6E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CCD1B8-BDB0-4D53-B994-992ACD9E0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548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CD1B8-BDB0-4D53-B994-992ACD9E03F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2664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3">
            <a:hlinkClick r:id="rId2"/>
            <a:extLst>
              <a:ext uri="{FF2B5EF4-FFF2-40B4-BE49-F238E27FC236}">
                <a16:creationId xmlns:a16="http://schemas.microsoft.com/office/drawing/2014/main" id="{621285B0-77D3-48FF-8E8A-BBA3569B38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29909"/>
          <a:stretch/>
        </p:blipFill>
        <p:spPr>
          <a:xfrm>
            <a:off x="5752142" y="6881202"/>
            <a:ext cx="2239204" cy="246221"/>
          </a:xfrm>
          <a:prstGeom prst="rect">
            <a:avLst/>
          </a:prstGeom>
        </p:spPr>
      </p:pic>
      <p:sp>
        <p:nvSpPr>
          <p:cNvPr id="23" name="TextBox 22">
            <a:hlinkClick r:id="rId5"/>
            <a:extLst>
              <a:ext uri="{FF2B5EF4-FFF2-40B4-BE49-F238E27FC236}">
                <a16:creationId xmlns:a16="http://schemas.microsoft.com/office/drawing/2014/main" id="{8B5683B4-B516-41F7-B3F8-3363A2892A65}"/>
              </a:ext>
            </a:extLst>
          </p:cNvPr>
          <p:cNvSpPr txBox="1"/>
          <p:nvPr/>
        </p:nvSpPr>
        <p:spPr>
          <a:xfrm>
            <a:off x="4200655" y="6911523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AE5DB3-9F16-42ED-A3AF-6C7462A95E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541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1D49AAFD-DCEE-4DE5-A2C5-B335C621706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29909"/>
          <a:stretch/>
        </p:blipFill>
        <p:spPr>
          <a:xfrm>
            <a:off x="5752142" y="6881202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:a16="http://schemas.microsoft.com/office/drawing/2014/main" id="{9D94F0A5-C956-441B-86C8-529C142DFF5F}"/>
              </a:ext>
            </a:extLst>
          </p:cNvPr>
          <p:cNvSpPr txBox="1"/>
          <p:nvPr/>
        </p:nvSpPr>
        <p:spPr>
          <a:xfrm>
            <a:off x="4200655" y="6911523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6A23A7B-5208-467B-B4CA-2A0A984EF2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504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3">
            <a:hlinkClick r:id="rId2"/>
            <a:extLst>
              <a:ext uri="{FF2B5EF4-FFF2-40B4-BE49-F238E27FC236}">
                <a16:creationId xmlns:a16="http://schemas.microsoft.com/office/drawing/2014/main" id="{73F423AB-F87E-4A3D-A9D0-36EFC265901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29909"/>
          <a:stretch/>
        </p:blipFill>
        <p:spPr>
          <a:xfrm>
            <a:off x="5752142" y="6881202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5"/>
            <a:extLst>
              <a:ext uri="{FF2B5EF4-FFF2-40B4-BE49-F238E27FC236}">
                <a16:creationId xmlns:a16="http://schemas.microsoft.com/office/drawing/2014/main" id="{E5202E65-22D1-4B37-A4FA-0DDFA643BA7C}"/>
              </a:ext>
            </a:extLst>
          </p:cNvPr>
          <p:cNvSpPr txBox="1"/>
          <p:nvPr/>
        </p:nvSpPr>
        <p:spPr>
          <a:xfrm>
            <a:off x="4200655" y="6911523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68D3B29-5FAD-482A-A496-C1A7DBBBB9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075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64EADB-67DA-42B2-95D0-680A6B8C54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그림 개체 틀 2">
            <a:extLst>
              <a:ext uri="{FF2B5EF4-FFF2-40B4-BE49-F238E27FC236}">
                <a16:creationId xmlns:a16="http://schemas.microsoft.com/office/drawing/2014/main" id="{A759BBC6-D95A-427C-982D-EAE129B9DB8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11800" y="1790591"/>
            <a:ext cx="3274950" cy="3276818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8" name="Graphic 3">
            <a:hlinkClick r:id="rId3"/>
            <a:extLst>
              <a:ext uri="{FF2B5EF4-FFF2-40B4-BE49-F238E27FC236}">
                <a16:creationId xmlns:a16="http://schemas.microsoft.com/office/drawing/2014/main" id="{68472ABB-6DC6-44F1-8A7F-3BBD44F8E64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29909"/>
          <a:stretch/>
        </p:blipFill>
        <p:spPr>
          <a:xfrm>
            <a:off x="5752142" y="6881202"/>
            <a:ext cx="2239204" cy="246221"/>
          </a:xfrm>
          <a:prstGeom prst="rect">
            <a:avLst/>
          </a:prstGeom>
        </p:spPr>
      </p:pic>
      <p:sp>
        <p:nvSpPr>
          <p:cNvPr id="10" name="TextBox 9">
            <a:hlinkClick r:id="rId6"/>
            <a:extLst>
              <a:ext uri="{FF2B5EF4-FFF2-40B4-BE49-F238E27FC236}">
                <a16:creationId xmlns:a16="http://schemas.microsoft.com/office/drawing/2014/main" id="{DE43E076-A57C-48DC-89F7-260CBB4953C1}"/>
              </a:ext>
            </a:extLst>
          </p:cNvPr>
          <p:cNvSpPr txBox="1"/>
          <p:nvPr/>
        </p:nvSpPr>
        <p:spPr>
          <a:xfrm>
            <a:off x="4200655" y="6911523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388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D59954D-D74F-4E8C-8D1E-B4332CE7A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그림 개체 틀 4">
            <a:extLst>
              <a:ext uri="{FF2B5EF4-FFF2-40B4-BE49-F238E27FC236}">
                <a16:creationId xmlns:a16="http://schemas.microsoft.com/office/drawing/2014/main" id="{BFB2C724-40A0-40C0-968C-24606896BBD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10653" y="965424"/>
            <a:ext cx="3320047" cy="4927152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 lIns="90000" tIns="8280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0" name="Graphic 3">
            <a:hlinkClick r:id="rId3"/>
            <a:extLst>
              <a:ext uri="{FF2B5EF4-FFF2-40B4-BE49-F238E27FC236}">
                <a16:creationId xmlns:a16="http://schemas.microsoft.com/office/drawing/2014/main" id="{6B2076CD-F00A-4B5E-9432-44C95501761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29909"/>
          <a:stretch/>
        </p:blipFill>
        <p:spPr>
          <a:xfrm>
            <a:off x="5752142" y="6881202"/>
            <a:ext cx="2239204" cy="246221"/>
          </a:xfrm>
          <a:prstGeom prst="rect">
            <a:avLst/>
          </a:prstGeom>
        </p:spPr>
      </p:pic>
      <p:sp>
        <p:nvSpPr>
          <p:cNvPr id="11" name="TextBox 10">
            <a:hlinkClick r:id="rId6"/>
            <a:extLst>
              <a:ext uri="{FF2B5EF4-FFF2-40B4-BE49-F238E27FC236}">
                <a16:creationId xmlns:a16="http://schemas.microsoft.com/office/drawing/2014/main" id="{8386F2C2-40C1-4851-BB3F-C73DB695EA48}"/>
              </a:ext>
            </a:extLst>
          </p:cNvPr>
          <p:cNvSpPr txBox="1"/>
          <p:nvPr/>
        </p:nvSpPr>
        <p:spPr>
          <a:xfrm>
            <a:off x="4200655" y="6911523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440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4D5FF7E-C222-4034-BAFA-E4F4374D5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그림 개체 틀 4">
            <a:extLst>
              <a:ext uri="{FF2B5EF4-FFF2-40B4-BE49-F238E27FC236}">
                <a16:creationId xmlns:a16="http://schemas.microsoft.com/office/drawing/2014/main" id="{F8291312-CFC5-4776-961A-4425D7F33A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60252" y="1873100"/>
            <a:ext cx="4640005" cy="3111801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8" name="Graphic 3">
            <a:hlinkClick r:id="rId3"/>
            <a:extLst>
              <a:ext uri="{FF2B5EF4-FFF2-40B4-BE49-F238E27FC236}">
                <a16:creationId xmlns:a16="http://schemas.microsoft.com/office/drawing/2014/main" id="{8EB28C98-CF71-4AEB-A144-604AA5D89DE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29909"/>
          <a:stretch/>
        </p:blipFill>
        <p:spPr>
          <a:xfrm>
            <a:off x="5752142" y="6881202"/>
            <a:ext cx="2239204" cy="246221"/>
          </a:xfrm>
          <a:prstGeom prst="rect">
            <a:avLst/>
          </a:prstGeom>
        </p:spPr>
      </p:pic>
      <p:sp>
        <p:nvSpPr>
          <p:cNvPr id="10" name="TextBox 9">
            <a:hlinkClick r:id="rId6"/>
            <a:extLst>
              <a:ext uri="{FF2B5EF4-FFF2-40B4-BE49-F238E27FC236}">
                <a16:creationId xmlns:a16="http://schemas.microsoft.com/office/drawing/2014/main" id="{79157A85-7036-4F19-BE8B-CECC88A67DF2}"/>
              </a:ext>
            </a:extLst>
          </p:cNvPr>
          <p:cNvSpPr txBox="1"/>
          <p:nvPr/>
        </p:nvSpPr>
        <p:spPr>
          <a:xfrm>
            <a:off x="4200655" y="6911523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168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D325A3E7-AD94-4649-896C-479550587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aphic 3">
            <a:hlinkClick r:id="rId3"/>
            <a:extLst>
              <a:ext uri="{FF2B5EF4-FFF2-40B4-BE49-F238E27FC236}">
                <a16:creationId xmlns:a16="http://schemas.microsoft.com/office/drawing/2014/main" id="{918B167B-1321-4851-A79D-D8E2500297B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29909"/>
          <a:stretch/>
        </p:blipFill>
        <p:spPr>
          <a:xfrm>
            <a:off x="5752142" y="6881202"/>
            <a:ext cx="2239204" cy="246221"/>
          </a:xfrm>
          <a:prstGeom prst="rect">
            <a:avLst/>
          </a:prstGeom>
        </p:spPr>
      </p:pic>
      <p:sp>
        <p:nvSpPr>
          <p:cNvPr id="10" name="TextBox 9">
            <a:hlinkClick r:id="rId6"/>
            <a:extLst>
              <a:ext uri="{FF2B5EF4-FFF2-40B4-BE49-F238E27FC236}">
                <a16:creationId xmlns:a16="http://schemas.microsoft.com/office/drawing/2014/main" id="{6AF7074E-1578-4561-BEDF-5EF86528D52D}"/>
              </a:ext>
            </a:extLst>
          </p:cNvPr>
          <p:cNvSpPr txBox="1"/>
          <p:nvPr/>
        </p:nvSpPr>
        <p:spPr>
          <a:xfrm>
            <a:off x="4200655" y="6911523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그림 개체 틀 4">
            <a:extLst>
              <a:ext uri="{FF2B5EF4-FFF2-40B4-BE49-F238E27FC236}">
                <a16:creationId xmlns:a16="http://schemas.microsoft.com/office/drawing/2014/main" id="{65E60151-A71A-4E09-9056-2267E089FC1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7643" y="1061357"/>
            <a:ext cx="4209143" cy="4735287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2686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185F11D8-2BDA-4145-9FBD-2153E1A6D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그림 개체 틀 4">
            <a:extLst>
              <a:ext uri="{FF2B5EF4-FFF2-40B4-BE49-F238E27FC236}">
                <a16:creationId xmlns:a16="http://schemas.microsoft.com/office/drawing/2014/main" id="{F4933C50-CBB3-4ADB-AC31-F2A3AD6C696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722607" y="2091859"/>
            <a:ext cx="2075044" cy="207504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0" name="그림 개체 틀 4">
            <a:extLst>
              <a:ext uri="{FF2B5EF4-FFF2-40B4-BE49-F238E27FC236}">
                <a16:creationId xmlns:a16="http://schemas.microsoft.com/office/drawing/2014/main" id="{67861087-A7F2-40B6-9758-7B965347806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58478" y="2091859"/>
            <a:ext cx="2075044" cy="207504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1" name="그림 개체 틀 4">
            <a:extLst>
              <a:ext uri="{FF2B5EF4-FFF2-40B4-BE49-F238E27FC236}">
                <a16:creationId xmlns:a16="http://schemas.microsoft.com/office/drawing/2014/main" id="{98372A39-DBB8-49FE-B5FA-4067F7AB07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94349" y="2091859"/>
            <a:ext cx="2075044" cy="207504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3" name="Graphic 3">
            <a:hlinkClick r:id="rId3"/>
            <a:extLst>
              <a:ext uri="{FF2B5EF4-FFF2-40B4-BE49-F238E27FC236}">
                <a16:creationId xmlns:a16="http://schemas.microsoft.com/office/drawing/2014/main" id="{6D7464E5-EA41-4AD5-9B81-605940A95E6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29909"/>
          <a:stretch/>
        </p:blipFill>
        <p:spPr>
          <a:xfrm>
            <a:off x="5752142" y="6881202"/>
            <a:ext cx="2239204" cy="246221"/>
          </a:xfrm>
          <a:prstGeom prst="rect">
            <a:avLst/>
          </a:prstGeom>
        </p:spPr>
      </p:pic>
      <p:sp>
        <p:nvSpPr>
          <p:cNvPr id="14" name="TextBox 13">
            <a:hlinkClick r:id="rId6"/>
            <a:extLst>
              <a:ext uri="{FF2B5EF4-FFF2-40B4-BE49-F238E27FC236}">
                <a16:creationId xmlns:a16="http://schemas.microsoft.com/office/drawing/2014/main" id="{37CC1999-4536-4307-AF91-55F6D99896BC}"/>
              </a:ext>
            </a:extLst>
          </p:cNvPr>
          <p:cNvSpPr txBox="1"/>
          <p:nvPr/>
        </p:nvSpPr>
        <p:spPr>
          <a:xfrm>
            <a:off x="4200655" y="6911523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867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29CE94C0-1139-4BC9-8CF6-905872E8E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그림 개체 틀 4">
            <a:extLst>
              <a:ext uri="{FF2B5EF4-FFF2-40B4-BE49-F238E27FC236}">
                <a16:creationId xmlns:a16="http://schemas.microsoft.com/office/drawing/2014/main" id="{598CDE7D-7046-4C8D-9BB8-9F3F56889C4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08357" y="1673692"/>
            <a:ext cx="4857162" cy="2247122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bIns="432000" anchor="b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0" name="그림 개체 틀 4">
            <a:extLst>
              <a:ext uri="{FF2B5EF4-FFF2-40B4-BE49-F238E27FC236}">
                <a16:creationId xmlns:a16="http://schemas.microsoft.com/office/drawing/2014/main" id="{45402D1F-EAFC-4180-B02F-FB0E411C409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39183" y="1673692"/>
            <a:ext cx="4857162" cy="2247122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bIns="432000" anchor="b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8" name="Graphic 3">
            <a:hlinkClick r:id="rId3"/>
            <a:extLst>
              <a:ext uri="{FF2B5EF4-FFF2-40B4-BE49-F238E27FC236}">
                <a16:creationId xmlns:a16="http://schemas.microsoft.com/office/drawing/2014/main" id="{BC7D2C7F-8628-4489-AB07-8AE12BA308D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29909"/>
          <a:stretch/>
        </p:blipFill>
        <p:spPr>
          <a:xfrm>
            <a:off x="5752142" y="6881202"/>
            <a:ext cx="2239204" cy="246221"/>
          </a:xfrm>
          <a:prstGeom prst="rect">
            <a:avLst/>
          </a:prstGeom>
        </p:spPr>
      </p:pic>
      <p:sp>
        <p:nvSpPr>
          <p:cNvPr id="12" name="TextBox 11">
            <a:hlinkClick r:id="rId6"/>
            <a:extLst>
              <a:ext uri="{FF2B5EF4-FFF2-40B4-BE49-F238E27FC236}">
                <a16:creationId xmlns:a16="http://schemas.microsoft.com/office/drawing/2014/main" id="{0EFD0BF5-75E1-4735-96B3-B7BC1D070B2D}"/>
              </a:ext>
            </a:extLst>
          </p:cNvPr>
          <p:cNvSpPr txBox="1"/>
          <p:nvPr/>
        </p:nvSpPr>
        <p:spPr>
          <a:xfrm>
            <a:off x="4200655" y="6911523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149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EF9B6197-88A4-483B-9A6F-948CCD586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phic 3">
            <a:hlinkClick r:id="rId3"/>
            <a:extLst>
              <a:ext uri="{FF2B5EF4-FFF2-40B4-BE49-F238E27FC236}">
                <a16:creationId xmlns:a16="http://schemas.microsoft.com/office/drawing/2014/main" id="{3C251AA5-1456-4E08-B695-E1B66E125B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29909"/>
          <a:stretch/>
        </p:blipFill>
        <p:spPr>
          <a:xfrm>
            <a:off x="5752142" y="6881202"/>
            <a:ext cx="2239204" cy="246221"/>
          </a:xfrm>
          <a:prstGeom prst="rect">
            <a:avLst/>
          </a:prstGeom>
        </p:spPr>
      </p:pic>
      <p:sp>
        <p:nvSpPr>
          <p:cNvPr id="16" name="TextBox 15">
            <a:hlinkClick r:id="rId6"/>
            <a:extLst>
              <a:ext uri="{FF2B5EF4-FFF2-40B4-BE49-F238E27FC236}">
                <a16:creationId xmlns:a16="http://schemas.microsoft.com/office/drawing/2014/main" id="{1AE01B90-CEE8-4C6B-B421-1A489A09E2DA}"/>
              </a:ext>
            </a:extLst>
          </p:cNvPr>
          <p:cNvSpPr txBox="1"/>
          <p:nvPr/>
        </p:nvSpPr>
        <p:spPr>
          <a:xfrm>
            <a:off x="4200655" y="6911523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그림 개체 틀 4">
            <a:extLst>
              <a:ext uri="{FF2B5EF4-FFF2-40B4-BE49-F238E27FC236}">
                <a16:creationId xmlns:a16="http://schemas.microsoft.com/office/drawing/2014/main" id="{29336813-4294-4866-B8CC-ED8D5919B35F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415969" y="1376781"/>
            <a:ext cx="2253600" cy="22536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 b="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0" name="그림 개체 틀 4">
            <a:extLst>
              <a:ext uri="{FF2B5EF4-FFF2-40B4-BE49-F238E27FC236}">
                <a16:creationId xmlns:a16="http://schemas.microsoft.com/office/drawing/2014/main" id="{6262273F-3C84-4135-AA5D-9B97C054CDB6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6356810" y="1376781"/>
            <a:ext cx="2253600" cy="22536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 b="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1" name="그림 개체 틀 4">
            <a:extLst>
              <a:ext uri="{FF2B5EF4-FFF2-40B4-BE49-F238E27FC236}">
                <a16:creationId xmlns:a16="http://schemas.microsoft.com/office/drawing/2014/main" id="{02EF5748-88A5-48A6-AAEF-EC2305492B90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3886183" y="3847582"/>
            <a:ext cx="2253600" cy="22536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 b="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2" name="그림 개체 틀 4">
            <a:extLst>
              <a:ext uri="{FF2B5EF4-FFF2-40B4-BE49-F238E27FC236}">
                <a16:creationId xmlns:a16="http://schemas.microsoft.com/office/drawing/2014/main" id="{497EDF72-4734-44AD-AE01-750989D0927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827024" y="3847582"/>
            <a:ext cx="2253600" cy="22536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 b="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7231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2E800AC1-B581-4E88-8F52-5C0E9A69C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aphic 3">
            <a:hlinkClick r:id="rId3"/>
            <a:extLst>
              <a:ext uri="{FF2B5EF4-FFF2-40B4-BE49-F238E27FC236}">
                <a16:creationId xmlns:a16="http://schemas.microsoft.com/office/drawing/2014/main" id="{31D92E31-B46B-4FE1-AD22-DDFB09D503F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29909"/>
          <a:stretch/>
        </p:blipFill>
        <p:spPr>
          <a:xfrm>
            <a:off x="5752142" y="6881202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6"/>
            <a:extLst>
              <a:ext uri="{FF2B5EF4-FFF2-40B4-BE49-F238E27FC236}">
                <a16:creationId xmlns:a16="http://schemas.microsoft.com/office/drawing/2014/main" id="{34AE8F95-4E5C-41AB-AE27-0C9B940F75F2}"/>
              </a:ext>
            </a:extLst>
          </p:cNvPr>
          <p:cNvSpPr txBox="1"/>
          <p:nvPr/>
        </p:nvSpPr>
        <p:spPr>
          <a:xfrm>
            <a:off x="4200655" y="6911523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그림 개체 틀 11">
            <a:extLst>
              <a:ext uri="{FF2B5EF4-FFF2-40B4-BE49-F238E27FC236}">
                <a16:creationId xmlns:a16="http://schemas.microsoft.com/office/drawing/2014/main" id="{5C37D330-D25B-42BC-BDCB-D5DAC28F47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675032" y="1219200"/>
            <a:ext cx="2142067" cy="4423546"/>
          </a:xfrm>
          <a:prstGeom prst="roundRect">
            <a:avLst>
              <a:gd name="adj" fmla="val 13697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9810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E6F8A2E4-A980-4BB3-8451-392D4C3AA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aphic 3">
            <a:hlinkClick r:id="rId3"/>
            <a:extLst>
              <a:ext uri="{FF2B5EF4-FFF2-40B4-BE49-F238E27FC236}">
                <a16:creationId xmlns:a16="http://schemas.microsoft.com/office/drawing/2014/main" id="{70F7A4FF-D78D-4DF1-AA1D-3E77BC7BA4C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29909"/>
          <a:stretch/>
        </p:blipFill>
        <p:spPr>
          <a:xfrm>
            <a:off x="5752142" y="6881202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6"/>
            <a:extLst>
              <a:ext uri="{FF2B5EF4-FFF2-40B4-BE49-F238E27FC236}">
                <a16:creationId xmlns:a16="http://schemas.microsoft.com/office/drawing/2014/main" id="{B3784812-807C-4E08-8FDF-49E9BA79C276}"/>
              </a:ext>
            </a:extLst>
          </p:cNvPr>
          <p:cNvSpPr txBox="1"/>
          <p:nvPr/>
        </p:nvSpPr>
        <p:spPr>
          <a:xfrm>
            <a:off x="4200655" y="6911523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그림 개체 틀 5">
            <a:extLst>
              <a:ext uri="{FF2B5EF4-FFF2-40B4-BE49-F238E27FC236}">
                <a16:creationId xmlns:a16="http://schemas.microsoft.com/office/drawing/2014/main" id="{8C34C0CF-D2BA-432B-BD84-E9FA4B326FC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0810" y="1203960"/>
            <a:ext cx="5842310" cy="4450080"/>
          </a:xfrm>
          <a:prstGeom prst="roundRect">
            <a:avLst>
              <a:gd name="adj" fmla="val 4942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4142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FA13C865-4E8D-4D8E-B3DA-D00A769A3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Graphic 3">
            <a:hlinkClick r:id="rId3"/>
            <a:extLst>
              <a:ext uri="{FF2B5EF4-FFF2-40B4-BE49-F238E27FC236}">
                <a16:creationId xmlns:a16="http://schemas.microsoft.com/office/drawing/2014/main" id="{F59EF6E9-F26B-4F18-A167-18091597480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29909"/>
          <a:stretch/>
        </p:blipFill>
        <p:spPr>
          <a:xfrm>
            <a:off x="5752142" y="6881202"/>
            <a:ext cx="2239204" cy="246221"/>
          </a:xfrm>
          <a:prstGeom prst="rect">
            <a:avLst/>
          </a:prstGeom>
        </p:spPr>
      </p:pic>
      <p:sp>
        <p:nvSpPr>
          <p:cNvPr id="10" name="TextBox 9">
            <a:hlinkClick r:id="rId6"/>
            <a:extLst>
              <a:ext uri="{FF2B5EF4-FFF2-40B4-BE49-F238E27FC236}">
                <a16:creationId xmlns:a16="http://schemas.microsoft.com/office/drawing/2014/main" id="{F09A470B-C773-4703-AD7B-7884FD84C85F}"/>
              </a:ext>
            </a:extLst>
          </p:cNvPr>
          <p:cNvSpPr txBox="1"/>
          <p:nvPr/>
        </p:nvSpPr>
        <p:spPr>
          <a:xfrm>
            <a:off x="4200655" y="6911523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그림 개체 틀 8">
            <a:extLst>
              <a:ext uri="{FF2B5EF4-FFF2-40B4-BE49-F238E27FC236}">
                <a16:creationId xmlns:a16="http://schemas.microsoft.com/office/drawing/2014/main" id="{3373F81F-EDFC-420C-AC71-9E67E66E5D5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351001" y="1092200"/>
            <a:ext cx="6452466" cy="4267200"/>
          </a:xfrm>
          <a:prstGeom prst="roundRect">
            <a:avLst>
              <a:gd name="adj" fmla="val 2113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9801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9EF9434-87D2-40DC-9983-B99CCE84B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phic 3">
            <a:hlinkClick r:id="rId3"/>
            <a:extLst>
              <a:ext uri="{FF2B5EF4-FFF2-40B4-BE49-F238E27FC236}">
                <a16:creationId xmlns:a16="http://schemas.microsoft.com/office/drawing/2014/main" id="{3693119D-E7E9-43CC-BAA9-A218509684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29909"/>
          <a:stretch/>
        </p:blipFill>
        <p:spPr>
          <a:xfrm>
            <a:off x="5752142" y="6881202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6"/>
            <a:extLst>
              <a:ext uri="{FF2B5EF4-FFF2-40B4-BE49-F238E27FC236}">
                <a16:creationId xmlns:a16="http://schemas.microsoft.com/office/drawing/2014/main" id="{88D8CBAE-133A-402A-8386-A9E694C67939}"/>
              </a:ext>
            </a:extLst>
          </p:cNvPr>
          <p:cNvSpPr txBox="1"/>
          <p:nvPr/>
        </p:nvSpPr>
        <p:spPr>
          <a:xfrm>
            <a:off x="4200655" y="6911523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088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1558A371-3011-456C-ABBD-092FD11FCDE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29909"/>
          <a:stretch/>
        </p:blipFill>
        <p:spPr>
          <a:xfrm>
            <a:off x="5752142" y="6881202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AB368788-7970-46BD-B6F9-CF63509B7DE7}"/>
              </a:ext>
            </a:extLst>
          </p:cNvPr>
          <p:cNvSpPr txBox="1"/>
          <p:nvPr/>
        </p:nvSpPr>
        <p:spPr>
          <a:xfrm>
            <a:off x="4200655" y="6911523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1457B87-64B6-4F2E-86F2-8DEBF3EA32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332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3CCF9F79-1D3A-459D-89B3-EB33667C0B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29909"/>
          <a:stretch/>
        </p:blipFill>
        <p:spPr>
          <a:xfrm>
            <a:off x="5752142" y="6881202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0510F5CD-77E4-4296-965D-0B3764CEDB08}"/>
              </a:ext>
            </a:extLst>
          </p:cNvPr>
          <p:cNvSpPr txBox="1"/>
          <p:nvPr/>
        </p:nvSpPr>
        <p:spPr>
          <a:xfrm>
            <a:off x="4200655" y="6911523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9CA196F-ED34-419C-9697-0B3BE2256C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8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6CE69925-B023-499C-868A-4803E416A7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29909"/>
          <a:stretch/>
        </p:blipFill>
        <p:spPr>
          <a:xfrm>
            <a:off x="5752142" y="6881202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6815D770-5EB0-4BAA-A7D5-ED812C2281EB}"/>
              </a:ext>
            </a:extLst>
          </p:cNvPr>
          <p:cNvSpPr txBox="1"/>
          <p:nvPr/>
        </p:nvSpPr>
        <p:spPr>
          <a:xfrm>
            <a:off x="4200655" y="6911523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3EF8001-E0B4-46EF-ABD2-F049710186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902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2B3EEDB2-9C5C-48D9-90D8-D100DFDDDEE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29909"/>
          <a:stretch/>
        </p:blipFill>
        <p:spPr>
          <a:xfrm>
            <a:off x="5752142" y="6881202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F84CB284-E6A7-483D-9F64-2058A173730D}"/>
              </a:ext>
            </a:extLst>
          </p:cNvPr>
          <p:cNvSpPr txBox="1"/>
          <p:nvPr/>
        </p:nvSpPr>
        <p:spPr>
          <a:xfrm>
            <a:off x="4200655" y="6911523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D66C675-E05B-411D-8DFB-E4A238DBB2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641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498F8B0B-FBDB-4774-B600-0256069198D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29909"/>
          <a:stretch/>
        </p:blipFill>
        <p:spPr>
          <a:xfrm>
            <a:off x="5752142" y="6881202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:a16="http://schemas.microsoft.com/office/drawing/2014/main" id="{26FBA168-8C6D-4CAC-BA92-1AAB97F0C34B}"/>
              </a:ext>
            </a:extLst>
          </p:cNvPr>
          <p:cNvSpPr txBox="1"/>
          <p:nvPr/>
        </p:nvSpPr>
        <p:spPr>
          <a:xfrm>
            <a:off x="4200655" y="6911523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B6D1573-785B-4375-A9B3-2D196C433A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868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75F1FC86-B865-427F-BE54-6239FB9BB99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29909"/>
          <a:stretch/>
        </p:blipFill>
        <p:spPr>
          <a:xfrm>
            <a:off x="5752142" y="6881202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6811555D-8301-47BC-84AA-A6E5076815FC}"/>
              </a:ext>
            </a:extLst>
          </p:cNvPr>
          <p:cNvSpPr txBox="1"/>
          <p:nvPr/>
        </p:nvSpPr>
        <p:spPr>
          <a:xfrm>
            <a:off x="4200655" y="6911523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857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PTMON cus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188C3CB0-2DC6-4AF2-9A8F-C72F1636DE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29909"/>
          <a:stretch/>
        </p:blipFill>
        <p:spPr>
          <a:xfrm>
            <a:off x="5752142" y="6881202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E418F78B-0552-4C90-B899-53A6DEB21D0E}"/>
              </a:ext>
            </a:extLst>
          </p:cNvPr>
          <p:cNvSpPr txBox="1"/>
          <p:nvPr/>
        </p:nvSpPr>
        <p:spPr>
          <a:xfrm>
            <a:off x="4200655" y="6911523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878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523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  <p:sldLayoutId id="2147483747" r:id="rId18"/>
    <p:sldLayoutId id="2147483748" r:id="rId19"/>
    <p:sldLayoutId id="2147483749" r:id="rId20"/>
    <p:sldLayoutId id="2147483750" r:id="rId2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.png"/><Relationship Id="rId5" Type="http://schemas.openxmlformats.org/officeDocument/2006/relationships/image" Target="../media/image11.svg"/><Relationship Id="rId4" Type="http://schemas.openxmlformats.org/officeDocument/2006/relationships/image" Target="../media/image8.png"/><Relationship Id="rId9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9FE941-DCAB-4D98-9FE1-6A0CFDCF4B56}"/>
              </a:ext>
            </a:extLst>
          </p:cNvPr>
          <p:cNvSpPr txBox="1"/>
          <p:nvPr/>
        </p:nvSpPr>
        <p:spPr>
          <a:xfrm>
            <a:off x="1314450" y="990600"/>
            <a:ext cx="95631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effectLst/>
                <a:latin typeface="+mj-lt"/>
              </a:rPr>
              <a:t>Курский государственный политехнический колледж</a:t>
            </a:r>
          </a:p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D61DA4-6AF2-4BE9-948F-5DD754DA9C66}"/>
              </a:ext>
            </a:extLst>
          </p:cNvPr>
          <p:cNvSpPr txBox="1"/>
          <p:nvPr/>
        </p:nvSpPr>
        <p:spPr>
          <a:xfrm>
            <a:off x="2505075" y="2767280"/>
            <a:ext cx="71818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+mj-lt"/>
              </a:rPr>
              <a:t>Презентация к проекту на тему: «Ресторан»</a:t>
            </a:r>
          </a:p>
        </p:txBody>
      </p:sp>
    </p:spTree>
    <p:extLst>
      <p:ext uri="{BB962C8B-B14F-4D97-AF65-F5344CB8AC3E}">
        <p14:creationId xmlns:p14="http://schemas.microsoft.com/office/powerpoint/2010/main" val="3771604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E6E285-8E31-4C3B-89A7-7DD1AA211983}"/>
              </a:ext>
            </a:extLst>
          </p:cNvPr>
          <p:cNvSpPr txBox="1"/>
          <p:nvPr/>
        </p:nvSpPr>
        <p:spPr>
          <a:xfrm>
            <a:off x="4219575" y="295275"/>
            <a:ext cx="3752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solidFill>
                  <a:schemeClr val="bg1"/>
                </a:solidFill>
                <a:latin typeface="+mj-lt"/>
              </a:rPr>
              <a:t>Введение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E6AE26-853F-4E15-A849-B80F62173005}"/>
              </a:ext>
            </a:extLst>
          </p:cNvPr>
          <p:cNvSpPr txBox="1"/>
          <p:nvPr/>
        </p:nvSpPr>
        <p:spPr>
          <a:xfrm>
            <a:off x="1908969" y="1612484"/>
            <a:ext cx="824179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Ресторан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это </a:t>
            </a:r>
            <a:r>
              <a:rPr lang="ru-RU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сфера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высокой нагрузкой на персонал:    </a:t>
            </a:r>
            <a:r>
              <a:rPr lang="ru-RU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одновременный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прием заказов, передача на кухню, контроль склада и расчет гостей.</a:t>
            </a:r>
          </a:p>
          <a:p>
            <a:pPr indent="457200"/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/>
            <a:r>
              <a:rPr lang="ru-RU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24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роблема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Ручное ведение записей приводит к ошибкам в заказах, потере времени и отсутствию истории клиентов.</a:t>
            </a:r>
          </a:p>
          <a:p>
            <a:pPr indent="457200"/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системы «Ресторан»: Разработка информационной </a:t>
            </a:r>
            <a:r>
              <a:rPr lang="ru-RU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системы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комплексной   автоматизации </a:t>
            </a:r>
            <a:r>
              <a:rPr lang="ru-RU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бизнес-процессов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от приема гостя до формирования аналитической </a:t>
            </a:r>
            <a:r>
              <a:rPr lang="ru-RU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отчетности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142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9FB9F1-F8FF-4710-A85B-ACD73FF354D8}"/>
              </a:ext>
            </a:extLst>
          </p:cNvPr>
          <p:cNvSpPr txBox="1"/>
          <p:nvPr/>
        </p:nvSpPr>
        <p:spPr>
          <a:xfrm>
            <a:off x="2143125" y="371475"/>
            <a:ext cx="79057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solidFill>
                  <a:schemeClr val="bg1"/>
                </a:solidFill>
                <a:latin typeface="+mj-lt"/>
              </a:rPr>
              <a:t>Участники</a:t>
            </a:r>
            <a:r>
              <a:rPr lang="ru-RU" sz="4400" dirty="0">
                <a:solidFill>
                  <a:schemeClr val="bg1"/>
                </a:solidFill>
                <a:latin typeface="+mj-lt"/>
              </a:rPr>
              <a:t> команды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33548-C18D-4A96-9938-A27A261AC5C9}"/>
              </a:ext>
            </a:extLst>
          </p:cNvPr>
          <p:cNvSpPr txBox="1"/>
          <p:nvPr/>
        </p:nvSpPr>
        <p:spPr>
          <a:xfrm>
            <a:off x="1357312" y="1552575"/>
            <a:ext cx="966875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Montserrat Light" panose="00000400000000000000" pitchFamily="2" charset="-52"/>
              <a:buChar char=" "/>
            </a:pPr>
            <a:r>
              <a:rPr lang="ru-RU" sz="2800" b="1" dirty="0">
                <a:solidFill>
                  <a:schemeClr val="bg1"/>
                </a:solidFill>
                <a:effectLst/>
                <a:ea typeface="Calibri" panose="020F0502020204030204" pitchFamily="34" charset="0"/>
              </a:rPr>
              <a:t>Виленская Екатерина Сергеевна: </a:t>
            </a:r>
            <a:r>
              <a:rPr lang="ru-RU" sz="2800" b="1" u="sng" dirty="0">
                <a:solidFill>
                  <a:schemeClr val="bg1"/>
                </a:solidFill>
                <a:effectLst/>
                <a:ea typeface="Calibri" panose="020F0502020204030204" pitchFamily="34" charset="0"/>
              </a:rPr>
              <a:t>руководитель</a:t>
            </a:r>
          </a:p>
          <a:p>
            <a:pPr marL="457200" indent="-457200">
              <a:buFont typeface="Montserrat Light" panose="00000400000000000000" pitchFamily="2" charset="-52"/>
              <a:buChar char=" "/>
            </a:pPr>
            <a:endParaRPr lang="ru-RU" sz="2800" b="1" dirty="0">
              <a:solidFill>
                <a:schemeClr val="bg1"/>
              </a:solidFill>
              <a:effectLst/>
              <a:ea typeface="Calibri" panose="020F0502020204030204" pitchFamily="34" charset="0"/>
            </a:endParaRPr>
          </a:p>
          <a:p>
            <a:pPr marL="457200" indent="-457200">
              <a:buFont typeface="Montserrat Light" panose="00000400000000000000" pitchFamily="2" charset="-52"/>
              <a:buChar char=" "/>
            </a:pPr>
            <a:r>
              <a:rPr lang="ru-RU" sz="2800" b="1" dirty="0">
                <a:solidFill>
                  <a:schemeClr val="bg1"/>
                </a:solidFill>
                <a:ea typeface="Calibri" panose="020F0502020204030204" pitchFamily="34" charset="0"/>
              </a:rPr>
              <a:t>Гребенникова Кристина Алексеевна: </a:t>
            </a:r>
            <a:r>
              <a:rPr lang="ru-RU" sz="2800" b="1" u="sng" dirty="0">
                <a:solidFill>
                  <a:schemeClr val="bg1"/>
                </a:solidFill>
                <a:ea typeface="Calibri" panose="020F0502020204030204" pitchFamily="34" charset="0"/>
              </a:rPr>
              <a:t>дизайнер</a:t>
            </a:r>
          </a:p>
          <a:p>
            <a:pPr marL="457200" indent="-457200">
              <a:buFont typeface="Montserrat Light" panose="00000400000000000000" pitchFamily="2" charset="-52"/>
              <a:buChar char=" "/>
            </a:pPr>
            <a:endParaRPr lang="ru-RU" sz="2800" b="1" dirty="0">
              <a:solidFill>
                <a:schemeClr val="bg1"/>
              </a:solidFill>
              <a:effectLst/>
              <a:ea typeface="Calibri" panose="020F0502020204030204" pitchFamily="34" charset="0"/>
            </a:endParaRPr>
          </a:p>
          <a:p>
            <a:pPr marL="457200" indent="-457200">
              <a:buFont typeface="Montserrat Light" panose="00000400000000000000" pitchFamily="2" charset="-52"/>
              <a:buChar char=" "/>
            </a:pPr>
            <a:r>
              <a:rPr lang="ru-RU" sz="2800" b="1" dirty="0">
                <a:solidFill>
                  <a:schemeClr val="bg1"/>
                </a:solidFill>
                <a:ea typeface="Calibri" panose="020F0502020204030204" pitchFamily="34" charset="0"/>
              </a:rPr>
              <a:t>Букреев Никита Алексеевич: </a:t>
            </a:r>
            <a:r>
              <a:rPr lang="ru-RU" sz="2800" b="1" u="sng" dirty="0">
                <a:solidFill>
                  <a:schemeClr val="bg1"/>
                </a:solidFill>
                <a:ea typeface="Calibri" panose="020F0502020204030204" pitchFamily="34" charset="0"/>
              </a:rPr>
              <a:t>тестировщик</a:t>
            </a:r>
          </a:p>
          <a:p>
            <a:pPr marL="457200" indent="-457200">
              <a:buFont typeface="Montserrat Light" panose="00000400000000000000" pitchFamily="2" charset="-52"/>
              <a:buChar char=" "/>
            </a:pPr>
            <a:endParaRPr lang="ru-RU" sz="2800" b="1" u="sng" dirty="0">
              <a:solidFill>
                <a:schemeClr val="bg1"/>
              </a:solidFill>
            </a:endParaRPr>
          </a:p>
          <a:p>
            <a:pPr marL="457200" indent="-457200">
              <a:buFont typeface="Montserrat Light" panose="00000400000000000000" pitchFamily="2" charset="-52"/>
              <a:buChar char=" "/>
            </a:pPr>
            <a:r>
              <a:rPr lang="ru-RU" sz="2800" b="1" dirty="0">
                <a:solidFill>
                  <a:schemeClr val="bg1"/>
                </a:solidFill>
                <a:ea typeface="Calibri" panose="020F0502020204030204" pitchFamily="34" charset="0"/>
              </a:rPr>
              <a:t>Геков Артем Александрович: </a:t>
            </a:r>
            <a:r>
              <a:rPr lang="ru-RU" sz="2800" b="1" u="sng" dirty="0">
                <a:solidFill>
                  <a:schemeClr val="bg1"/>
                </a:solidFill>
                <a:ea typeface="Calibri" panose="020F0502020204030204" pitchFamily="34" charset="0"/>
              </a:rPr>
              <a:t>разработчик</a:t>
            </a:r>
          </a:p>
          <a:p>
            <a:pPr marL="457200" indent="-457200">
              <a:buFont typeface="Montserrat Light" panose="00000400000000000000" pitchFamily="2" charset="-52"/>
              <a:buChar char=" "/>
            </a:pPr>
            <a:endParaRPr lang="ru-RU" sz="2800" b="1" dirty="0">
              <a:solidFill>
                <a:schemeClr val="bg1"/>
              </a:solidFill>
              <a:effectLst/>
              <a:ea typeface="Calibri" panose="020F0502020204030204" pitchFamily="34" charset="0"/>
            </a:endParaRPr>
          </a:p>
          <a:p>
            <a:pPr marL="457200" indent="-457200">
              <a:buFont typeface="Montserrat Light" panose="00000400000000000000" pitchFamily="2" charset="-52"/>
              <a:buChar char=" "/>
            </a:pPr>
            <a:r>
              <a:rPr lang="ru-RU" sz="2800" b="1" dirty="0">
                <a:solidFill>
                  <a:schemeClr val="bg1"/>
                </a:solidFill>
                <a:effectLst/>
                <a:ea typeface="Calibri" panose="020F0502020204030204" pitchFamily="34" charset="0"/>
              </a:rPr>
              <a:t>Голуб Иван Дмитриевич: </a:t>
            </a:r>
            <a:r>
              <a:rPr lang="ru-RU" sz="2800" b="1" u="sng" dirty="0">
                <a:solidFill>
                  <a:schemeClr val="bg1"/>
                </a:solidFill>
                <a:effectLst/>
                <a:ea typeface="Calibri" panose="020F0502020204030204" pitchFamily="34" charset="0"/>
              </a:rPr>
              <a:t>аналитик</a:t>
            </a:r>
          </a:p>
          <a:p>
            <a:pPr marL="457200" indent="-457200">
              <a:buFont typeface="Montserrat Light" panose="00000400000000000000" pitchFamily="2" charset="-52"/>
              <a:buChar char=" "/>
            </a:pPr>
            <a:endParaRPr lang="ru-RU" sz="2800" b="1" dirty="0">
              <a:solidFill>
                <a:schemeClr val="bg1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6" name="Звезда: 5 точек 5">
            <a:extLst>
              <a:ext uri="{FF2B5EF4-FFF2-40B4-BE49-F238E27FC236}">
                <a16:creationId xmlns:a16="http://schemas.microsoft.com/office/drawing/2014/main" id="{8251AC72-BC1D-447E-BA97-2E9CCE61F042}"/>
              </a:ext>
            </a:extLst>
          </p:cNvPr>
          <p:cNvSpPr/>
          <p:nvPr/>
        </p:nvSpPr>
        <p:spPr>
          <a:xfrm>
            <a:off x="1270952" y="1552574"/>
            <a:ext cx="487680" cy="483256"/>
          </a:xfrm>
          <a:prstGeom prst="star5">
            <a:avLst/>
          </a:prstGeom>
          <a:solidFill>
            <a:schemeClr val="bg1"/>
          </a:solidFill>
          <a:ln w="6350" cap="flat">
            <a:noFill/>
            <a:prstDash val="solid"/>
            <a:miter/>
          </a:ln>
          <a:effectLst>
            <a:outerShdw blurRad="152400" sx="101000" sy="101000" algn="ctr" rotWithShape="0">
              <a:prstClr val="black">
                <a:alpha val="32000"/>
              </a:prstClr>
            </a:outerShdw>
          </a:effectLst>
        </p:spPr>
        <p:txBody>
          <a:bodyPr rot="0" spcFirstLastPara="0" vertOverflow="overflow" horzOverflow="overflow" vert="horz" wrap="square" lIns="86400" tIns="45720" rIns="864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000" dirty="0">
              <a:solidFill>
                <a:srgbClr val="D9300D"/>
              </a:solidFill>
              <a:latin typeface="+mj-lt"/>
            </a:endParaRPr>
          </a:p>
        </p:txBody>
      </p:sp>
      <p:pic>
        <p:nvPicPr>
          <p:cNvPr id="8" name="Рисунок 7" descr="Контрольный список со сплошной заливкой">
            <a:extLst>
              <a:ext uri="{FF2B5EF4-FFF2-40B4-BE49-F238E27FC236}">
                <a16:creationId xmlns:a16="http://schemas.microsoft.com/office/drawing/2014/main" id="{A3EA3843-D068-411A-A384-4D10FBC3AF1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217613" y="3237109"/>
            <a:ext cx="558799" cy="558799"/>
          </a:xfrm>
          <a:prstGeom prst="rect">
            <a:avLst/>
          </a:prstGeom>
        </p:spPr>
      </p:pic>
      <p:pic>
        <p:nvPicPr>
          <p:cNvPr id="10" name="Рисунок 9" descr="Ноутбук со сплошной заливкой">
            <a:extLst>
              <a:ext uri="{FF2B5EF4-FFF2-40B4-BE49-F238E27FC236}">
                <a16:creationId xmlns:a16="http://schemas.microsoft.com/office/drawing/2014/main" id="{C7CA6FA9-4F30-43A3-9461-8CCF6407225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235392" y="4094661"/>
            <a:ext cx="558799" cy="558799"/>
          </a:xfrm>
          <a:prstGeom prst="rect">
            <a:avLst/>
          </a:prstGeom>
        </p:spPr>
      </p:pic>
      <p:pic>
        <p:nvPicPr>
          <p:cNvPr id="12" name="Рисунок 11" descr="Диаграмма с подъемом со сплошной заливкой">
            <a:extLst>
              <a:ext uri="{FF2B5EF4-FFF2-40B4-BE49-F238E27FC236}">
                <a16:creationId xmlns:a16="http://schemas.microsoft.com/office/drawing/2014/main" id="{A3586B1B-0089-4643-947A-F12B2C57291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1235391" y="4952212"/>
            <a:ext cx="558799" cy="558799"/>
          </a:xfrm>
          <a:prstGeom prst="rect">
            <a:avLst/>
          </a:prstGeom>
        </p:spPr>
      </p:pic>
      <p:pic>
        <p:nvPicPr>
          <p:cNvPr id="14" name="Рисунок 13" descr="Большая кисть со сплошной заливкой">
            <a:extLst>
              <a:ext uri="{FF2B5EF4-FFF2-40B4-BE49-F238E27FC236}">
                <a16:creationId xmlns:a16="http://schemas.microsoft.com/office/drawing/2014/main" id="{948B15E1-09C5-4C28-98E0-B4761E7E4F9C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199834" y="2379558"/>
            <a:ext cx="558798" cy="5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29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3D91F943-E129-4302-8B8C-3C94F024488E}"/>
              </a:ext>
            </a:extLst>
          </p:cNvPr>
          <p:cNvSpPr/>
          <p:nvPr/>
        </p:nvSpPr>
        <p:spPr>
          <a:xfrm>
            <a:off x="695960" y="608329"/>
            <a:ext cx="10800080" cy="564134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78765">
                <a:srgbClr val="FAD9C2"/>
              </a:gs>
              <a:gs pos="90000">
                <a:srgbClr val="FBE4C1"/>
              </a:gs>
              <a:gs pos="100000">
                <a:srgbClr val="FAD9C2"/>
              </a:gs>
            </a:gsLst>
            <a:path path="circle">
              <a:fillToRect l="50000" t="50000" r="50000" b="50000"/>
            </a:path>
            <a:tileRect/>
          </a:gradFill>
          <a:ln w="6350" cap="flat">
            <a:noFill/>
            <a:prstDash val="solid"/>
            <a:miter/>
          </a:ln>
          <a:effectLst>
            <a:outerShdw blurRad="152400" sx="101000" sy="101000" algn="ctr" rotWithShape="0">
              <a:prstClr val="black">
                <a:alpha val="32000"/>
              </a:prstClr>
            </a:outerShdw>
          </a:effectLst>
        </p:spPr>
        <p:txBody>
          <a:bodyPr rot="0" spcFirstLastPara="0" vertOverflow="overflow" horzOverflow="overflow" vert="horz" wrap="square" lIns="86400" tIns="45720" rIns="864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000" dirty="0">
              <a:gradFill flip="none" rotWithShape="1">
                <a:gsLst>
                  <a:gs pos="0">
                    <a:schemeClr val="accent2">
                      <a:lumMod val="0"/>
                      <a:lumOff val="100000"/>
                    </a:schemeClr>
                  </a:gs>
                  <a:gs pos="35000">
                    <a:schemeClr val="accent2">
                      <a:lumMod val="0"/>
                      <a:lumOff val="100000"/>
                    </a:schemeClr>
                  </a:gs>
                  <a:gs pos="100000">
                    <a:schemeClr val="accent2">
                      <a:lumMod val="100000"/>
                    </a:schemeClr>
                  </a:gs>
                </a:gsLst>
                <a:path path="rect">
                  <a:fillToRect l="50000" t="50000" r="50000" b="50000"/>
                </a:path>
                <a:tileRect/>
              </a:gradFill>
              <a:latin typeface="+mj-lt"/>
            </a:endParaRPr>
          </a:p>
        </p:txBody>
      </p:sp>
      <p:sp>
        <p:nvSpPr>
          <p:cNvPr id="16" name="Прямоугольник: скругленные противолежащие углы 15">
            <a:extLst>
              <a:ext uri="{FF2B5EF4-FFF2-40B4-BE49-F238E27FC236}">
                <a16:creationId xmlns:a16="http://schemas.microsoft.com/office/drawing/2014/main" id="{14AE4FA2-31BB-4D15-9868-363A83A5C152}"/>
              </a:ext>
            </a:extLst>
          </p:cNvPr>
          <p:cNvSpPr/>
          <p:nvPr/>
        </p:nvSpPr>
        <p:spPr>
          <a:xfrm>
            <a:off x="5499640" y="1025286"/>
            <a:ext cx="5523957" cy="369331"/>
          </a:xfrm>
          <a:prstGeom prst="round2DiagRect">
            <a:avLst/>
          </a:prstGeom>
          <a:solidFill>
            <a:schemeClr val="bg1"/>
          </a:solidFill>
          <a:ln w="6350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6400" tIns="45720" rIns="864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000" dirty="0">
              <a:solidFill>
                <a:srgbClr val="D9300D"/>
              </a:solidFill>
              <a:latin typeface="+mj-lt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A486719-DBA5-45EA-A0E3-6FE07EB58B3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" t="-283" r="683" b="17832"/>
          <a:stretch/>
        </p:blipFill>
        <p:spPr>
          <a:xfrm>
            <a:off x="1162050" y="1230313"/>
            <a:ext cx="3908425" cy="4397375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B1326C-8B22-4894-A190-6D25E5A0F58B}"/>
              </a:ext>
            </a:extLst>
          </p:cNvPr>
          <p:cNvSpPr txBox="1"/>
          <p:nvPr/>
        </p:nvSpPr>
        <p:spPr>
          <a:xfrm>
            <a:off x="5499643" y="1026160"/>
            <a:ext cx="5523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Виленская Екатерина Сергеевна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214FD3-949F-4096-9C76-FD42E2F87126}"/>
              </a:ext>
            </a:extLst>
          </p:cNvPr>
          <p:cNvSpPr txBox="1"/>
          <p:nvPr/>
        </p:nvSpPr>
        <p:spPr>
          <a:xfrm>
            <a:off x="5415280" y="1706880"/>
            <a:ext cx="560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Количество задач в проекте:  </a:t>
            </a:r>
            <a:r>
              <a:rPr lang="ru-RU" dirty="0" smtClean="0"/>
              <a:t>18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15F1B9-6E02-47E8-A57F-4E1FBD0BE427}"/>
              </a:ext>
            </a:extLst>
          </p:cNvPr>
          <p:cNvSpPr txBox="1"/>
          <p:nvPr/>
        </p:nvSpPr>
        <p:spPr>
          <a:xfrm>
            <a:off x="5415280" y="2105660"/>
            <a:ext cx="5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Выполненных задач:  </a:t>
            </a:r>
            <a:r>
              <a:rPr lang="ru-RU" dirty="0" smtClean="0"/>
              <a:t>18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E1075A-F996-4D26-8D7A-1DDCF4C9F8D8}"/>
              </a:ext>
            </a:extLst>
          </p:cNvPr>
          <p:cNvSpPr txBox="1"/>
          <p:nvPr/>
        </p:nvSpPr>
        <p:spPr>
          <a:xfrm>
            <a:off x="5415280" y="2474992"/>
            <a:ext cx="5531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Задачи, выполненные руководителем:  3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27F09A-3816-4F9E-980C-F86234C8A575}"/>
              </a:ext>
            </a:extLst>
          </p:cNvPr>
          <p:cNvSpPr txBox="1"/>
          <p:nvPr/>
        </p:nvSpPr>
        <p:spPr>
          <a:xfrm>
            <a:off x="5415280" y="2870358"/>
            <a:ext cx="5608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Процент от числа изначально </a:t>
            </a:r>
          </a:p>
          <a:p>
            <a:r>
              <a:rPr lang="ru-RU" dirty="0"/>
              <a:t>запланированных задач: 18%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A402A8-7D42-4EF2-89AC-8C4C033CC4FC}"/>
              </a:ext>
            </a:extLst>
          </p:cNvPr>
          <p:cNvSpPr txBox="1"/>
          <p:nvPr/>
        </p:nvSpPr>
        <p:spPr>
          <a:xfrm>
            <a:off x="5376638" y="3542723"/>
            <a:ext cx="5608317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Описание выполненного функционала: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dirty="0"/>
              <a:t>Создание родительского проекта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dirty="0"/>
              <a:t>Разработка руководства пользователя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dirty="0"/>
              <a:t>Задачи с выводом не менее 2-х страниц  с  данными из БД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/>
          </a:p>
        </p:txBody>
      </p:sp>
      <p:sp>
        <p:nvSpPr>
          <p:cNvPr id="12" name="Параллелограмм 11">
            <a:extLst>
              <a:ext uri="{FF2B5EF4-FFF2-40B4-BE49-F238E27FC236}">
                <a16:creationId xmlns:a16="http://schemas.microsoft.com/office/drawing/2014/main" id="{EE63DFED-40DB-4EF6-A952-7B3B8F96D2CC}"/>
              </a:ext>
            </a:extLst>
          </p:cNvPr>
          <p:cNvSpPr/>
          <p:nvPr/>
        </p:nvSpPr>
        <p:spPr>
          <a:xfrm rot="8025549">
            <a:off x="4731673" y="1065014"/>
            <a:ext cx="396875" cy="802640"/>
          </a:xfrm>
          <a:prstGeom prst="parallelogram">
            <a:avLst/>
          </a:prstGeom>
          <a:solidFill>
            <a:schemeClr val="bg1">
              <a:alpha val="60000"/>
            </a:schemeClr>
          </a:solidFill>
          <a:ln w="6350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6400" tIns="45720" rIns="864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000" dirty="0">
              <a:solidFill>
                <a:srgbClr val="D9300D"/>
              </a:solidFill>
              <a:latin typeface="+mj-lt"/>
            </a:endParaRPr>
          </a:p>
        </p:txBody>
      </p:sp>
      <p:sp>
        <p:nvSpPr>
          <p:cNvPr id="15" name="Рисунок 13" descr="Скрепка со сплошной заливкой">
            <a:extLst>
              <a:ext uri="{FF2B5EF4-FFF2-40B4-BE49-F238E27FC236}">
                <a16:creationId xmlns:a16="http://schemas.microsoft.com/office/drawing/2014/main" id="{3263BA69-E544-4B16-B477-4558CB5438A1}"/>
              </a:ext>
            </a:extLst>
          </p:cNvPr>
          <p:cNvSpPr/>
          <p:nvPr/>
        </p:nvSpPr>
        <p:spPr>
          <a:xfrm>
            <a:off x="1264284" y="5073546"/>
            <a:ext cx="312025" cy="689740"/>
          </a:xfrm>
          <a:custGeom>
            <a:avLst/>
            <a:gdLst>
              <a:gd name="connsiteX0" fmla="*/ 156013 w 312025"/>
              <a:gd name="connsiteY0" fmla="*/ 689741 h 689740"/>
              <a:gd name="connsiteX1" fmla="*/ 0 w 312025"/>
              <a:gd name="connsiteY1" fmla="*/ 533728 h 689740"/>
              <a:gd name="connsiteX2" fmla="*/ 0 w 312025"/>
              <a:gd name="connsiteY2" fmla="*/ 114957 h 689740"/>
              <a:gd name="connsiteX3" fmla="*/ 114957 w 312025"/>
              <a:gd name="connsiteY3" fmla="*/ 0 h 689740"/>
              <a:gd name="connsiteX4" fmla="*/ 229914 w 312025"/>
              <a:gd name="connsiteY4" fmla="*/ 114957 h 689740"/>
              <a:gd name="connsiteX5" fmla="*/ 229914 w 312025"/>
              <a:gd name="connsiteY5" fmla="*/ 500883 h 689740"/>
              <a:gd name="connsiteX6" fmla="*/ 156013 w 312025"/>
              <a:gd name="connsiteY6" fmla="*/ 574784 h 689740"/>
              <a:gd name="connsiteX7" fmla="*/ 82112 w 312025"/>
              <a:gd name="connsiteY7" fmla="*/ 500883 h 689740"/>
              <a:gd name="connsiteX8" fmla="*/ 82112 w 312025"/>
              <a:gd name="connsiteY8" fmla="*/ 303814 h 689740"/>
              <a:gd name="connsiteX9" fmla="*/ 131379 w 312025"/>
              <a:gd name="connsiteY9" fmla="*/ 303814 h 689740"/>
              <a:gd name="connsiteX10" fmla="*/ 131379 w 312025"/>
              <a:gd name="connsiteY10" fmla="*/ 500883 h 689740"/>
              <a:gd name="connsiteX11" fmla="*/ 156013 w 312025"/>
              <a:gd name="connsiteY11" fmla="*/ 525517 h 689740"/>
              <a:gd name="connsiteX12" fmla="*/ 180646 w 312025"/>
              <a:gd name="connsiteY12" fmla="*/ 500883 h 689740"/>
              <a:gd name="connsiteX13" fmla="*/ 180646 w 312025"/>
              <a:gd name="connsiteY13" fmla="*/ 114957 h 689740"/>
              <a:gd name="connsiteX14" fmla="*/ 114957 w 312025"/>
              <a:gd name="connsiteY14" fmla="*/ 49267 h 689740"/>
              <a:gd name="connsiteX15" fmla="*/ 49267 w 312025"/>
              <a:gd name="connsiteY15" fmla="*/ 114957 h 689740"/>
              <a:gd name="connsiteX16" fmla="*/ 49267 w 312025"/>
              <a:gd name="connsiteY16" fmla="*/ 533728 h 689740"/>
              <a:gd name="connsiteX17" fmla="*/ 156013 w 312025"/>
              <a:gd name="connsiteY17" fmla="*/ 640473 h 689740"/>
              <a:gd name="connsiteX18" fmla="*/ 262758 w 312025"/>
              <a:gd name="connsiteY18" fmla="*/ 533728 h 689740"/>
              <a:gd name="connsiteX19" fmla="*/ 262758 w 312025"/>
              <a:gd name="connsiteY19" fmla="*/ 361293 h 689740"/>
              <a:gd name="connsiteX20" fmla="*/ 312026 w 312025"/>
              <a:gd name="connsiteY20" fmla="*/ 361293 h 689740"/>
              <a:gd name="connsiteX21" fmla="*/ 312026 w 312025"/>
              <a:gd name="connsiteY21" fmla="*/ 533728 h 689740"/>
              <a:gd name="connsiteX22" fmla="*/ 156013 w 312025"/>
              <a:gd name="connsiteY22" fmla="*/ 689741 h 689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12025" h="689740">
                <a:moveTo>
                  <a:pt x="156013" y="689741"/>
                </a:moveTo>
                <a:cubicBezTo>
                  <a:pt x="69795" y="689741"/>
                  <a:pt x="0" y="619945"/>
                  <a:pt x="0" y="533728"/>
                </a:cubicBezTo>
                <a:lnTo>
                  <a:pt x="0" y="114957"/>
                </a:lnTo>
                <a:cubicBezTo>
                  <a:pt x="0" y="51731"/>
                  <a:pt x="51731" y="0"/>
                  <a:pt x="114957" y="0"/>
                </a:cubicBezTo>
                <a:cubicBezTo>
                  <a:pt x="178183" y="0"/>
                  <a:pt x="229914" y="51731"/>
                  <a:pt x="229914" y="114957"/>
                </a:cubicBezTo>
                <a:lnTo>
                  <a:pt x="229914" y="500883"/>
                </a:lnTo>
                <a:cubicBezTo>
                  <a:pt x="229914" y="541939"/>
                  <a:pt x="197069" y="574784"/>
                  <a:pt x="156013" y="574784"/>
                </a:cubicBezTo>
                <a:cubicBezTo>
                  <a:pt x="114957" y="574784"/>
                  <a:pt x="82112" y="541939"/>
                  <a:pt x="82112" y="500883"/>
                </a:cubicBezTo>
                <a:lnTo>
                  <a:pt x="82112" y="303814"/>
                </a:lnTo>
                <a:lnTo>
                  <a:pt x="131379" y="303814"/>
                </a:lnTo>
                <a:lnTo>
                  <a:pt x="131379" y="500883"/>
                </a:lnTo>
                <a:cubicBezTo>
                  <a:pt x="131379" y="514842"/>
                  <a:pt x="142054" y="525517"/>
                  <a:pt x="156013" y="525517"/>
                </a:cubicBezTo>
                <a:cubicBezTo>
                  <a:pt x="169972" y="525517"/>
                  <a:pt x="180646" y="514842"/>
                  <a:pt x="180646" y="500883"/>
                </a:cubicBezTo>
                <a:lnTo>
                  <a:pt x="180646" y="114957"/>
                </a:lnTo>
                <a:cubicBezTo>
                  <a:pt x="180646" y="78828"/>
                  <a:pt x="151086" y="49267"/>
                  <a:pt x="114957" y="49267"/>
                </a:cubicBezTo>
                <a:cubicBezTo>
                  <a:pt x="78827" y="49267"/>
                  <a:pt x="49267" y="78828"/>
                  <a:pt x="49267" y="114957"/>
                </a:cubicBezTo>
                <a:lnTo>
                  <a:pt x="49267" y="533728"/>
                </a:lnTo>
                <a:cubicBezTo>
                  <a:pt x="49267" y="592848"/>
                  <a:pt x="96892" y="640473"/>
                  <a:pt x="156013" y="640473"/>
                </a:cubicBezTo>
                <a:cubicBezTo>
                  <a:pt x="215133" y="640473"/>
                  <a:pt x="262758" y="592848"/>
                  <a:pt x="262758" y="533728"/>
                </a:cubicBezTo>
                <a:lnTo>
                  <a:pt x="262758" y="361293"/>
                </a:lnTo>
                <a:lnTo>
                  <a:pt x="312026" y="361293"/>
                </a:lnTo>
                <a:lnTo>
                  <a:pt x="312026" y="533728"/>
                </a:lnTo>
                <a:cubicBezTo>
                  <a:pt x="312026" y="619945"/>
                  <a:pt x="242230" y="689741"/>
                  <a:pt x="156013" y="68974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100000">
                <a:schemeClr val="tx2">
                  <a:lumMod val="40000"/>
                  <a:lumOff val="60000"/>
                </a:schemeClr>
              </a:gs>
            </a:gsLst>
            <a:path path="rect">
              <a:fillToRect l="100000" b="100000"/>
            </a:path>
            <a:tileRect t="-100000" r="-100000"/>
          </a:gradFill>
          <a:ln w="813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097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7C3148E7-D0FA-440F-B94A-91720FE8FF76}"/>
              </a:ext>
            </a:extLst>
          </p:cNvPr>
          <p:cNvSpPr/>
          <p:nvPr/>
        </p:nvSpPr>
        <p:spPr>
          <a:xfrm>
            <a:off x="695960" y="608330"/>
            <a:ext cx="10800080" cy="564134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78765">
                <a:srgbClr val="FAD9C2"/>
              </a:gs>
              <a:gs pos="90000">
                <a:srgbClr val="FBE4C1"/>
              </a:gs>
              <a:gs pos="100000">
                <a:srgbClr val="FAD9C2"/>
              </a:gs>
            </a:gsLst>
            <a:path path="circle">
              <a:fillToRect l="50000" t="50000" r="50000" b="50000"/>
            </a:path>
            <a:tileRect/>
          </a:gradFill>
          <a:ln w="6350" cap="flat">
            <a:noFill/>
            <a:prstDash val="solid"/>
            <a:miter/>
          </a:ln>
          <a:effectLst>
            <a:outerShdw blurRad="152400" sx="101000" sy="101000" algn="ctr" rotWithShape="0">
              <a:prstClr val="black">
                <a:alpha val="32000"/>
              </a:prstClr>
            </a:outerShdw>
          </a:effectLst>
        </p:spPr>
        <p:txBody>
          <a:bodyPr rot="0" spcFirstLastPara="0" vertOverflow="overflow" horzOverflow="overflow" vert="horz" wrap="square" lIns="86400" tIns="45720" rIns="864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000" dirty="0">
              <a:gradFill flip="none" rotWithShape="1">
                <a:gsLst>
                  <a:gs pos="0">
                    <a:schemeClr val="accent2">
                      <a:lumMod val="0"/>
                      <a:lumOff val="100000"/>
                    </a:schemeClr>
                  </a:gs>
                  <a:gs pos="35000">
                    <a:schemeClr val="accent2">
                      <a:lumMod val="0"/>
                      <a:lumOff val="100000"/>
                    </a:schemeClr>
                  </a:gs>
                  <a:gs pos="100000">
                    <a:schemeClr val="accent2">
                      <a:lumMod val="100000"/>
                    </a:schemeClr>
                  </a:gs>
                </a:gsLst>
                <a:path path="rect">
                  <a:fillToRect l="50000" t="50000" r="50000" b="50000"/>
                </a:path>
                <a:tileRect/>
              </a:gradFill>
              <a:latin typeface="+mj-lt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84F70C9-897B-405B-932E-98ED291BCBF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5" r="-1121" b="14432"/>
          <a:stretch/>
        </p:blipFill>
        <p:spPr>
          <a:xfrm>
            <a:off x="1162050" y="1230313"/>
            <a:ext cx="3908425" cy="4397375"/>
          </a:xfrm>
        </p:spPr>
      </p:pic>
      <p:sp>
        <p:nvSpPr>
          <p:cNvPr id="12" name="Прямоугольник: скругленные противолежащие углы 11">
            <a:extLst>
              <a:ext uri="{FF2B5EF4-FFF2-40B4-BE49-F238E27FC236}">
                <a16:creationId xmlns:a16="http://schemas.microsoft.com/office/drawing/2014/main" id="{A4D0E4EF-B883-4EF8-9CF5-D28D25E7615F}"/>
              </a:ext>
            </a:extLst>
          </p:cNvPr>
          <p:cNvSpPr/>
          <p:nvPr/>
        </p:nvSpPr>
        <p:spPr>
          <a:xfrm>
            <a:off x="5499640" y="1025286"/>
            <a:ext cx="5523957" cy="369331"/>
          </a:xfrm>
          <a:prstGeom prst="round2DiagRect">
            <a:avLst/>
          </a:prstGeom>
          <a:solidFill>
            <a:schemeClr val="bg1"/>
          </a:solidFill>
          <a:ln w="6350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6400" tIns="45720" rIns="864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000" dirty="0">
              <a:solidFill>
                <a:srgbClr val="D9300D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B1326C-8B22-4894-A190-6D25E5A0F58B}"/>
              </a:ext>
            </a:extLst>
          </p:cNvPr>
          <p:cNvSpPr txBox="1"/>
          <p:nvPr/>
        </p:nvSpPr>
        <p:spPr>
          <a:xfrm>
            <a:off x="5499643" y="1026160"/>
            <a:ext cx="5523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Гребенникова Кристина Алексеевна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214FD3-949F-4096-9C76-FD42E2F87126}"/>
              </a:ext>
            </a:extLst>
          </p:cNvPr>
          <p:cNvSpPr txBox="1"/>
          <p:nvPr/>
        </p:nvSpPr>
        <p:spPr>
          <a:xfrm>
            <a:off x="5415280" y="1706880"/>
            <a:ext cx="560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Роль в проекте:  дизайнер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15F1B9-6E02-47E8-A57F-4E1FBD0BE427}"/>
              </a:ext>
            </a:extLst>
          </p:cNvPr>
          <p:cNvSpPr txBox="1"/>
          <p:nvPr/>
        </p:nvSpPr>
        <p:spPr>
          <a:xfrm>
            <a:off x="5415280" y="2105660"/>
            <a:ext cx="5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Выполненных задач:  </a:t>
            </a:r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27F09A-3816-4F9E-980C-F86234C8A575}"/>
              </a:ext>
            </a:extLst>
          </p:cNvPr>
          <p:cNvSpPr txBox="1"/>
          <p:nvPr/>
        </p:nvSpPr>
        <p:spPr>
          <a:xfrm>
            <a:off x="5415280" y="2494043"/>
            <a:ext cx="5569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Процент от числа изначально </a:t>
            </a:r>
          </a:p>
          <a:p>
            <a:r>
              <a:rPr lang="ru-RU" dirty="0"/>
              <a:t>запланированных задач: 28%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A402A8-7D42-4EF2-89AC-8C4C033CC4FC}"/>
              </a:ext>
            </a:extLst>
          </p:cNvPr>
          <p:cNvSpPr txBox="1"/>
          <p:nvPr/>
        </p:nvSpPr>
        <p:spPr>
          <a:xfrm>
            <a:off x="5415282" y="3174763"/>
            <a:ext cx="560831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ru-RU" dirty="0"/>
              <a:t>Описание выполненного функционала: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ru-RU" dirty="0" smtClean="0"/>
              <a:t>Подготовка </a:t>
            </a:r>
            <a:r>
              <a:rPr lang="ru-RU" dirty="0"/>
              <a:t>визуальных материалов для презентации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US" dirty="0"/>
              <a:t>ER-</a:t>
            </a:r>
            <a:r>
              <a:rPr lang="ru-RU" dirty="0"/>
              <a:t>диаграмма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ru-RU" dirty="0"/>
              <a:t>Разработка руководства пользователя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ru-RU" dirty="0"/>
              <a:t>Страница-меню</a:t>
            </a:r>
          </a:p>
        </p:txBody>
      </p:sp>
      <p:sp>
        <p:nvSpPr>
          <p:cNvPr id="21" name="Облако 20">
            <a:extLst>
              <a:ext uri="{FF2B5EF4-FFF2-40B4-BE49-F238E27FC236}">
                <a16:creationId xmlns:a16="http://schemas.microsoft.com/office/drawing/2014/main" id="{0DDE3AB7-9191-4696-B7D3-316D47128826}"/>
              </a:ext>
            </a:extLst>
          </p:cNvPr>
          <p:cNvSpPr/>
          <p:nvPr/>
        </p:nvSpPr>
        <p:spPr>
          <a:xfrm>
            <a:off x="885205" y="1035446"/>
            <a:ext cx="748161" cy="479568"/>
          </a:xfrm>
          <a:custGeom>
            <a:avLst/>
            <a:gdLst>
              <a:gd name="connsiteX0" fmla="*/ 3900 w 43200"/>
              <a:gd name="connsiteY0" fmla="*/ 14370 h 43200"/>
              <a:gd name="connsiteX1" fmla="*/ 5623 w 43200"/>
              <a:gd name="connsiteY1" fmla="*/ 6907 h 43200"/>
              <a:gd name="connsiteX2" fmla="*/ 14005 w 43200"/>
              <a:gd name="connsiteY2" fmla="*/ 5202 h 43200"/>
              <a:gd name="connsiteX3" fmla="*/ 22456 w 43200"/>
              <a:gd name="connsiteY3" fmla="*/ 3432 h 43200"/>
              <a:gd name="connsiteX4" fmla="*/ 25749 w 43200"/>
              <a:gd name="connsiteY4" fmla="*/ 200 h 43200"/>
              <a:gd name="connsiteX5" fmla="*/ 29833 w 43200"/>
              <a:gd name="connsiteY5" fmla="*/ 2481 h 43200"/>
              <a:gd name="connsiteX6" fmla="*/ 35463 w 43200"/>
              <a:gd name="connsiteY6" fmla="*/ 690 h 43200"/>
              <a:gd name="connsiteX7" fmla="*/ 38318 w 43200"/>
              <a:gd name="connsiteY7" fmla="*/ 5576 h 43200"/>
              <a:gd name="connsiteX8" fmla="*/ 41982 w 43200"/>
              <a:gd name="connsiteY8" fmla="*/ 10318 h 43200"/>
              <a:gd name="connsiteX9" fmla="*/ 41818 w 43200"/>
              <a:gd name="connsiteY9" fmla="*/ 15460 h 43200"/>
              <a:gd name="connsiteX10" fmla="*/ 43016 w 43200"/>
              <a:gd name="connsiteY10" fmla="*/ 23322 h 43200"/>
              <a:gd name="connsiteX11" fmla="*/ 37404 w 43200"/>
              <a:gd name="connsiteY11" fmla="*/ 30204 h 43200"/>
              <a:gd name="connsiteX12" fmla="*/ 35395 w 43200"/>
              <a:gd name="connsiteY12" fmla="*/ 36101 h 43200"/>
              <a:gd name="connsiteX13" fmla="*/ 28555 w 43200"/>
              <a:gd name="connsiteY13" fmla="*/ 36815 h 43200"/>
              <a:gd name="connsiteX14" fmla="*/ 23667 w 43200"/>
              <a:gd name="connsiteY14" fmla="*/ 43106 h 43200"/>
              <a:gd name="connsiteX15" fmla="*/ 16480 w 43200"/>
              <a:gd name="connsiteY15" fmla="*/ 39266 h 43200"/>
              <a:gd name="connsiteX16" fmla="*/ 5804 w 43200"/>
              <a:gd name="connsiteY16" fmla="*/ 35472 h 43200"/>
              <a:gd name="connsiteX17" fmla="*/ 1110 w 43200"/>
              <a:gd name="connsiteY17" fmla="*/ 31250 h 43200"/>
              <a:gd name="connsiteX18" fmla="*/ 2113 w 43200"/>
              <a:gd name="connsiteY18" fmla="*/ 25551 h 43200"/>
              <a:gd name="connsiteX19" fmla="*/ -5 w 43200"/>
              <a:gd name="connsiteY19" fmla="*/ 19704 h 43200"/>
              <a:gd name="connsiteX20" fmla="*/ 3863 w 43200"/>
              <a:gd name="connsiteY20" fmla="*/ 14507 h 43200"/>
              <a:gd name="connsiteX21" fmla="*/ 3900 w 43200"/>
              <a:gd name="connsiteY21" fmla="*/ 14370 h 43200"/>
              <a:gd name="connsiteX0" fmla="*/ 4693 w 43200"/>
              <a:gd name="connsiteY0" fmla="*/ 26177 h 43200"/>
              <a:gd name="connsiteX1" fmla="*/ 2160 w 43200"/>
              <a:gd name="connsiteY1" fmla="*/ 25380 h 43200"/>
              <a:gd name="connsiteX2" fmla="*/ 6928 w 43200"/>
              <a:gd name="connsiteY2" fmla="*/ 34899 h 43200"/>
              <a:gd name="connsiteX3" fmla="*/ 5820 w 43200"/>
              <a:gd name="connsiteY3" fmla="*/ 35280 h 43200"/>
              <a:gd name="connsiteX4" fmla="*/ 16478 w 43200"/>
              <a:gd name="connsiteY4" fmla="*/ 39090 h 43200"/>
              <a:gd name="connsiteX5" fmla="*/ 15810 w 43200"/>
              <a:gd name="connsiteY5" fmla="*/ 37350 h 43200"/>
              <a:gd name="connsiteX6" fmla="*/ 28827 w 43200"/>
              <a:gd name="connsiteY6" fmla="*/ 34751 h 43200"/>
              <a:gd name="connsiteX7" fmla="*/ 28560 w 43200"/>
              <a:gd name="connsiteY7" fmla="*/ 36660 h 43200"/>
              <a:gd name="connsiteX8" fmla="*/ 34129 w 43200"/>
              <a:gd name="connsiteY8" fmla="*/ 22954 h 43200"/>
              <a:gd name="connsiteX9" fmla="*/ 37380 w 43200"/>
              <a:gd name="connsiteY9" fmla="*/ 30090 h 43200"/>
              <a:gd name="connsiteX10" fmla="*/ 41798 w 43200"/>
              <a:gd name="connsiteY10" fmla="*/ 15354 h 43200"/>
              <a:gd name="connsiteX11" fmla="*/ 40350 w 43200"/>
              <a:gd name="connsiteY11" fmla="*/ 18030 h 43200"/>
              <a:gd name="connsiteX12" fmla="*/ 38324 w 43200"/>
              <a:gd name="connsiteY12" fmla="*/ 5426 h 43200"/>
              <a:gd name="connsiteX13" fmla="*/ 38400 w 43200"/>
              <a:gd name="connsiteY13" fmla="*/ 6690 h 43200"/>
              <a:gd name="connsiteX14" fmla="*/ 29078 w 43200"/>
              <a:gd name="connsiteY14" fmla="*/ 3952 h 43200"/>
              <a:gd name="connsiteX15" fmla="*/ 29820 w 43200"/>
              <a:gd name="connsiteY15" fmla="*/ 2340 h 43200"/>
              <a:gd name="connsiteX16" fmla="*/ 22141 w 43200"/>
              <a:gd name="connsiteY16" fmla="*/ 4720 h 43200"/>
              <a:gd name="connsiteX17" fmla="*/ 22500 w 43200"/>
              <a:gd name="connsiteY17" fmla="*/ 3330 h 43200"/>
              <a:gd name="connsiteX18" fmla="*/ 14000 w 43200"/>
              <a:gd name="connsiteY18" fmla="*/ 5192 h 43200"/>
              <a:gd name="connsiteX19" fmla="*/ 15300 w 43200"/>
              <a:gd name="connsiteY19" fmla="*/ 6540 h 43200"/>
              <a:gd name="connsiteX20" fmla="*/ 4127 w 43200"/>
              <a:gd name="connsiteY20" fmla="*/ 15789 h 43200"/>
              <a:gd name="connsiteX21" fmla="*/ 3900 w 43200"/>
              <a:gd name="connsiteY21" fmla="*/ 14370 h 43200"/>
              <a:gd name="connsiteX0" fmla="*/ 3936 w 43256"/>
              <a:gd name="connsiteY0" fmla="*/ 14229 h 43219"/>
              <a:gd name="connsiteX1" fmla="*/ 5659 w 43256"/>
              <a:gd name="connsiteY1" fmla="*/ 6766 h 43219"/>
              <a:gd name="connsiteX2" fmla="*/ 14041 w 43256"/>
              <a:gd name="connsiteY2" fmla="*/ 5061 h 43219"/>
              <a:gd name="connsiteX3" fmla="*/ 22492 w 43256"/>
              <a:gd name="connsiteY3" fmla="*/ 3291 h 43219"/>
              <a:gd name="connsiteX4" fmla="*/ 25785 w 43256"/>
              <a:gd name="connsiteY4" fmla="*/ 59 h 43219"/>
              <a:gd name="connsiteX5" fmla="*/ 29869 w 43256"/>
              <a:gd name="connsiteY5" fmla="*/ 2340 h 43219"/>
              <a:gd name="connsiteX6" fmla="*/ 35499 w 43256"/>
              <a:gd name="connsiteY6" fmla="*/ 549 h 43219"/>
              <a:gd name="connsiteX7" fmla="*/ 38354 w 43256"/>
              <a:gd name="connsiteY7" fmla="*/ 5435 h 43219"/>
              <a:gd name="connsiteX8" fmla="*/ 42018 w 43256"/>
              <a:gd name="connsiteY8" fmla="*/ 10177 h 43219"/>
              <a:gd name="connsiteX9" fmla="*/ 41854 w 43256"/>
              <a:gd name="connsiteY9" fmla="*/ 15319 h 43219"/>
              <a:gd name="connsiteX10" fmla="*/ 43052 w 43256"/>
              <a:gd name="connsiteY10" fmla="*/ 23181 h 43219"/>
              <a:gd name="connsiteX11" fmla="*/ 37440 w 43256"/>
              <a:gd name="connsiteY11" fmla="*/ 30063 h 43219"/>
              <a:gd name="connsiteX12" fmla="*/ 35431 w 43256"/>
              <a:gd name="connsiteY12" fmla="*/ 35960 h 43219"/>
              <a:gd name="connsiteX13" fmla="*/ 28591 w 43256"/>
              <a:gd name="connsiteY13" fmla="*/ 36674 h 43219"/>
              <a:gd name="connsiteX14" fmla="*/ 23703 w 43256"/>
              <a:gd name="connsiteY14" fmla="*/ 42965 h 43219"/>
              <a:gd name="connsiteX15" fmla="*/ 16516 w 43256"/>
              <a:gd name="connsiteY15" fmla="*/ 39125 h 43219"/>
              <a:gd name="connsiteX16" fmla="*/ 5840 w 43256"/>
              <a:gd name="connsiteY16" fmla="*/ 35331 h 43219"/>
              <a:gd name="connsiteX17" fmla="*/ 1146 w 43256"/>
              <a:gd name="connsiteY17" fmla="*/ 31109 h 43219"/>
              <a:gd name="connsiteX18" fmla="*/ 2149 w 43256"/>
              <a:gd name="connsiteY18" fmla="*/ 25410 h 43219"/>
              <a:gd name="connsiteX19" fmla="*/ 31 w 43256"/>
              <a:gd name="connsiteY19" fmla="*/ 19563 h 43219"/>
              <a:gd name="connsiteX20" fmla="*/ 3899 w 43256"/>
              <a:gd name="connsiteY20" fmla="*/ 14366 h 43219"/>
              <a:gd name="connsiteX21" fmla="*/ 3936 w 43256"/>
              <a:gd name="connsiteY21" fmla="*/ 14229 h 43219"/>
              <a:gd name="connsiteX0" fmla="*/ 4729 w 43256"/>
              <a:gd name="connsiteY0" fmla="*/ 26036 h 43219"/>
              <a:gd name="connsiteX1" fmla="*/ 2196 w 43256"/>
              <a:gd name="connsiteY1" fmla="*/ 25239 h 43219"/>
              <a:gd name="connsiteX2" fmla="*/ 6964 w 43256"/>
              <a:gd name="connsiteY2" fmla="*/ 34758 h 43219"/>
              <a:gd name="connsiteX3" fmla="*/ 5856 w 43256"/>
              <a:gd name="connsiteY3" fmla="*/ 35139 h 43219"/>
              <a:gd name="connsiteX4" fmla="*/ 16514 w 43256"/>
              <a:gd name="connsiteY4" fmla="*/ 38949 h 43219"/>
              <a:gd name="connsiteX5" fmla="*/ 15846 w 43256"/>
              <a:gd name="connsiteY5" fmla="*/ 37209 h 43219"/>
              <a:gd name="connsiteX6" fmla="*/ 34165 w 43256"/>
              <a:gd name="connsiteY6" fmla="*/ 22813 h 43219"/>
              <a:gd name="connsiteX7" fmla="*/ 37416 w 43256"/>
              <a:gd name="connsiteY7" fmla="*/ 29949 h 43219"/>
              <a:gd name="connsiteX8" fmla="*/ 41834 w 43256"/>
              <a:gd name="connsiteY8" fmla="*/ 15213 h 43219"/>
              <a:gd name="connsiteX9" fmla="*/ 40386 w 43256"/>
              <a:gd name="connsiteY9" fmla="*/ 17889 h 43219"/>
              <a:gd name="connsiteX10" fmla="*/ 38360 w 43256"/>
              <a:gd name="connsiteY10" fmla="*/ 5285 h 43219"/>
              <a:gd name="connsiteX11" fmla="*/ 38436 w 43256"/>
              <a:gd name="connsiteY11" fmla="*/ 6549 h 43219"/>
              <a:gd name="connsiteX12" fmla="*/ 29114 w 43256"/>
              <a:gd name="connsiteY12" fmla="*/ 3811 h 43219"/>
              <a:gd name="connsiteX13" fmla="*/ 29856 w 43256"/>
              <a:gd name="connsiteY13" fmla="*/ 2199 h 43219"/>
              <a:gd name="connsiteX14" fmla="*/ 22177 w 43256"/>
              <a:gd name="connsiteY14" fmla="*/ 4579 h 43219"/>
              <a:gd name="connsiteX15" fmla="*/ 22536 w 43256"/>
              <a:gd name="connsiteY15" fmla="*/ 3189 h 43219"/>
              <a:gd name="connsiteX16" fmla="*/ 14036 w 43256"/>
              <a:gd name="connsiteY16" fmla="*/ 5051 h 43219"/>
              <a:gd name="connsiteX17" fmla="*/ 15336 w 43256"/>
              <a:gd name="connsiteY17" fmla="*/ 6399 h 43219"/>
              <a:gd name="connsiteX18" fmla="*/ 4163 w 43256"/>
              <a:gd name="connsiteY18" fmla="*/ 15648 h 43219"/>
              <a:gd name="connsiteX19" fmla="*/ 3936 w 43256"/>
              <a:gd name="connsiteY19" fmla="*/ 14229 h 43219"/>
              <a:gd name="connsiteX0" fmla="*/ 3936 w 43256"/>
              <a:gd name="connsiteY0" fmla="*/ 14229 h 43219"/>
              <a:gd name="connsiteX1" fmla="*/ 5659 w 43256"/>
              <a:gd name="connsiteY1" fmla="*/ 6766 h 43219"/>
              <a:gd name="connsiteX2" fmla="*/ 14041 w 43256"/>
              <a:gd name="connsiteY2" fmla="*/ 5061 h 43219"/>
              <a:gd name="connsiteX3" fmla="*/ 22492 w 43256"/>
              <a:gd name="connsiteY3" fmla="*/ 3291 h 43219"/>
              <a:gd name="connsiteX4" fmla="*/ 25785 w 43256"/>
              <a:gd name="connsiteY4" fmla="*/ 59 h 43219"/>
              <a:gd name="connsiteX5" fmla="*/ 29869 w 43256"/>
              <a:gd name="connsiteY5" fmla="*/ 2340 h 43219"/>
              <a:gd name="connsiteX6" fmla="*/ 35499 w 43256"/>
              <a:gd name="connsiteY6" fmla="*/ 549 h 43219"/>
              <a:gd name="connsiteX7" fmla="*/ 38354 w 43256"/>
              <a:gd name="connsiteY7" fmla="*/ 5435 h 43219"/>
              <a:gd name="connsiteX8" fmla="*/ 42018 w 43256"/>
              <a:gd name="connsiteY8" fmla="*/ 10177 h 43219"/>
              <a:gd name="connsiteX9" fmla="*/ 41854 w 43256"/>
              <a:gd name="connsiteY9" fmla="*/ 15319 h 43219"/>
              <a:gd name="connsiteX10" fmla="*/ 43052 w 43256"/>
              <a:gd name="connsiteY10" fmla="*/ 23181 h 43219"/>
              <a:gd name="connsiteX11" fmla="*/ 37440 w 43256"/>
              <a:gd name="connsiteY11" fmla="*/ 30063 h 43219"/>
              <a:gd name="connsiteX12" fmla="*/ 35431 w 43256"/>
              <a:gd name="connsiteY12" fmla="*/ 35960 h 43219"/>
              <a:gd name="connsiteX13" fmla="*/ 28591 w 43256"/>
              <a:gd name="connsiteY13" fmla="*/ 36674 h 43219"/>
              <a:gd name="connsiteX14" fmla="*/ 23703 w 43256"/>
              <a:gd name="connsiteY14" fmla="*/ 42965 h 43219"/>
              <a:gd name="connsiteX15" fmla="*/ 16516 w 43256"/>
              <a:gd name="connsiteY15" fmla="*/ 39125 h 43219"/>
              <a:gd name="connsiteX16" fmla="*/ 5840 w 43256"/>
              <a:gd name="connsiteY16" fmla="*/ 35331 h 43219"/>
              <a:gd name="connsiteX17" fmla="*/ 1146 w 43256"/>
              <a:gd name="connsiteY17" fmla="*/ 31109 h 43219"/>
              <a:gd name="connsiteX18" fmla="*/ 2149 w 43256"/>
              <a:gd name="connsiteY18" fmla="*/ 25410 h 43219"/>
              <a:gd name="connsiteX19" fmla="*/ 31 w 43256"/>
              <a:gd name="connsiteY19" fmla="*/ 19563 h 43219"/>
              <a:gd name="connsiteX20" fmla="*/ 3899 w 43256"/>
              <a:gd name="connsiteY20" fmla="*/ 14366 h 43219"/>
              <a:gd name="connsiteX21" fmla="*/ 3936 w 43256"/>
              <a:gd name="connsiteY21" fmla="*/ 14229 h 43219"/>
              <a:gd name="connsiteX0" fmla="*/ 4729 w 43256"/>
              <a:gd name="connsiteY0" fmla="*/ 26036 h 43219"/>
              <a:gd name="connsiteX1" fmla="*/ 2196 w 43256"/>
              <a:gd name="connsiteY1" fmla="*/ 25239 h 43219"/>
              <a:gd name="connsiteX2" fmla="*/ 6964 w 43256"/>
              <a:gd name="connsiteY2" fmla="*/ 34758 h 43219"/>
              <a:gd name="connsiteX3" fmla="*/ 5856 w 43256"/>
              <a:gd name="connsiteY3" fmla="*/ 35139 h 43219"/>
              <a:gd name="connsiteX4" fmla="*/ 16514 w 43256"/>
              <a:gd name="connsiteY4" fmla="*/ 38949 h 43219"/>
              <a:gd name="connsiteX5" fmla="*/ 15846 w 43256"/>
              <a:gd name="connsiteY5" fmla="*/ 37209 h 43219"/>
              <a:gd name="connsiteX6" fmla="*/ 34165 w 43256"/>
              <a:gd name="connsiteY6" fmla="*/ 22813 h 43219"/>
              <a:gd name="connsiteX7" fmla="*/ 37416 w 43256"/>
              <a:gd name="connsiteY7" fmla="*/ 29949 h 43219"/>
              <a:gd name="connsiteX8" fmla="*/ 41834 w 43256"/>
              <a:gd name="connsiteY8" fmla="*/ 15213 h 43219"/>
              <a:gd name="connsiteX9" fmla="*/ 40386 w 43256"/>
              <a:gd name="connsiteY9" fmla="*/ 17889 h 43219"/>
              <a:gd name="connsiteX10" fmla="*/ 38360 w 43256"/>
              <a:gd name="connsiteY10" fmla="*/ 5285 h 43219"/>
              <a:gd name="connsiteX11" fmla="*/ 38436 w 43256"/>
              <a:gd name="connsiteY11" fmla="*/ 6549 h 43219"/>
              <a:gd name="connsiteX12" fmla="*/ 29114 w 43256"/>
              <a:gd name="connsiteY12" fmla="*/ 3811 h 43219"/>
              <a:gd name="connsiteX13" fmla="*/ 29856 w 43256"/>
              <a:gd name="connsiteY13" fmla="*/ 2199 h 43219"/>
              <a:gd name="connsiteX14" fmla="*/ 22177 w 43256"/>
              <a:gd name="connsiteY14" fmla="*/ 4579 h 43219"/>
              <a:gd name="connsiteX15" fmla="*/ 22536 w 43256"/>
              <a:gd name="connsiteY15" fmla="*/ 3189 h 43219"/>
              <a:gd name="connsiteX16" fmla="*/ 14036 w 43256"/>
              <a:gd name="connsiteY16" fmla="*/ 5051 h 43219"/>
              <a:gd name="connsiteX17" fmla="*/ 15336 w 43256"/>
              <a:gd name="connsiteY17" fmla="*/ 6399 h 43219"/>
              <a:gd name="connsiteX0" fmla="*/ 3899 w 43256"/>
              <a:gd name="connsiteY0" fmla="*/ 14366 h 43219"/>
              <a:gd name="connsiteX1" fmla="*/ 5659 w 43256"/>
              <a:gd name="connsiteY1" fmla="*/ 6766 h 43219"/>
              <a:gd name="connsiteX2" fmla="*/ 14041 w 43256"/>
              <a:gd name="connsiteY2" fmla="*/ 5061 h 43219"/>
              <a:gd name="connsiteX3" fmla="*/ 22492 w 43256"/>
              <a:gd name="connsiteY3" fmla="*/ 3291 h 43219"/>
              <a:gd name="connsiteX4" fmla="*/ 25785 w 43256"/>
              <a:gd name="connsiteY4" fmla="*/ 59 h 43219"/>
              <a:gd name="connsiteX5" fmla="*/ 29869 w 43256"/>
              <a:gd name="connsiteY5" fmla="*/ 2340 h 43219"/>
              <a:gd name="connsiteX6" fmla="*/ 35499 w 43256"/>
              <a:gd name="connsiteY6" fmla="*/ 549 h 43219"/>
              <a:gd name="connsiteX7" fmla="*/ 38354 w 43256"/>
              <a:gd name="connsiteY7" fmla="*/ 5435 h 43219"/>
              <a:gd name="connsiteX8" fmla="*/ 42018 w 43256"/>
              <a:gd name="connsiteY8" fmla="*/ 10177 h 43219"/>
              <a:gd name="connsiteX9" fmla="*/ 41854 w 43256"/>
              <a:gd name="connsiteY9" fmla="*/ 15319 h 43219"/>
              <a:gd name="connsiteX10" fmla="*/ 43052 w 43256"/>
              <a:gd name="connsiteY10" fmla="*/ 23181 h 43219"/>
              <a:gd name="connsiteX11" fmla="*/ 37440 w 43256"/>
              <a:gd name="connsiteY11" fmla="*/ 30063 h 43219"/>
              <a:gd name="connsiteX12" fmla="*/ 35431 w 43256"/>
              <a:gd name="connsiteY12" fmla="*/ 35960 h 43219"/>
              <a:gd name="connsiteX13" fmla="*/ 28591 w 43256"/>
              <a:gd name="connsiteY13" fmla="*/ 36674 h 43219"/>
              <a:gd name="connsiteX14" fmla="*/ 23703 w 43256"/>
              <a:gd name="connsiteY14" fmla="*/ 42965 h 43219"/>
              <a:gd name="connsiteX15" fmla="*/ 16516 w 43256"/>
              <a:gd name="connsiteY15" fmla="*/ 39125 h 43219"/>
              <a:gd name="connsiteX16" fmla="*/ 5840 w 43256"/>
              <a:gd name="connsiteY16" fmla="*/ 35331 h 43219"/>
              <a:gd name="connsiteX17" fmla="*/ 1146 w 43256"/>
              <a:gd name="connsiteY17" fmla="*/ 31109 h 43219"/>
              <a:gd name="connsiteX18" fmla="*/ 2149 w 43256"/>
              <a:gd name="connsiteY18" fmla="*/ 25410 h 43219"/>
              <a:gd name="connsiteX19" fmla="*/ 31 w 43256"/>
              <a:gd name="connsiteY19" fmla="*/ 19563 h 43219"/>
              <a:gd name="connsiteX20" fmla="*/ 3899 w 43256"/>
              <a:gd name="connsiteY20" fmla="*/ 14366 h 43219"/>
              <a:gd name="connsiteX0" fmla="*/ 4729 w 43256"/>
              <a:gd name="connsiteY0" fmla="*/ 26036 h 43219"/>
              <a:gd name="connsiteX1" fmla="*/ 2196 w 43256"/>
              <a:gd name="connsiteY1" fmla="*/ 25239 h 43219"/>
              <a:gd name="connsiteX2" fmla="*/ 6964 w 43256"/>
              <a:gd name="connsiteY2" fmla="*/ 34758 h 43219"/>
              <a:gd name="connsiteX3" fmla="*/ 5856 w 43256"/>
              <a:gd name="connsiteY3" fmla="*/ 35139 h 43219"/>
              <a:gd name="connsiteX4" fmla="*/ 16514 w 43256"/>
              <a:gd name="connsiteY4" fmla="*/ 38949 h 43219"/>
              <a:gd name="connsiteX5" fmla="*/ 15846 w 43256"/>
              <a:gd name="connsiteY5" fmla="*/ 37209 h 43219"/>
              <a:gd name="connsiteX6" fmla="*/ 34165 w 43256"/>
              <a:gd name="connsiteY6" fmla="*/ 22813 h 43219"/>
              <a:gd name="connsiteX7" fmla="*/ 37416 w 43256"/>
              <a:gd name="connsiteY7" fmla="*/ 29949 h 43219"/>
              <a:gd name="connsiteX8" fmla="*/ 41834 w 43256"/>
              <a:gd name="connsiteY8" fmla="*/ 15213 h 43219"/>
              <a:gd name="connsiteX9" fmla="*/ 40386 w 43256"/>
              <a:gd name="connsiteY9" fmla="*/ 17889 h 43219"/>
              <a:gd name="connsiteX10" fmla="*/ 38360 w 43256"/>
              <a:gd name="connsiteY10" fmla="*/ 5285 h 43219"/>
              <a:gd name="connsiteX11" fmla="*/ 38436 w 43256"/>
              <a:gd name="connsiteY11" fmla="*/ 6549 h 43219"/>
              <a:gd name="connsiteX12" fmla="*/ 29114 w 43256"/>
              <a:gd name="connsiteY12" fmla="*/ 3811 h 43219"/>
              <a:gd name="connsiteX13" fmla="*/ 29856 w 43256"/>
              <a:gd name="connsiteY13" fmla="*/ 2199 h 43219"/>
              <a:gd name="connsiteX14" fmla="*/ 22177 w 43256"/>
              <a:gd name="connsiteY14" fmla="*/ 4579 h 43219"/>
              <a:gd name="connsiteX15" fmla="*/ 22536 w 43256"/>
              <a:gd name="connsiteY15" fmla="*/ 3189 h 43219"/>
              <a:gd name="connsiteX16" fmla="*/ 14036 w 43256"/>
              <a:gd name="connsiteY16" fmla="*/ 5051 h 43219"/>
              <a:gd name="connsiteX17" fmla="*/ 15336 w 43256"/>
              <a:gd name="connsiteY17" fmla="*/ 6399 h 43219"/>
              <a:gd name="connsiteX0" fmla="*/ 3899 w 43256"/>
              <a:gd name="connsiteY0" fmla="*/ 14366 h 43219"/>
              <a:gd name="connsiteX1" fmla="*/ 5659 w 43256"/>
              <a:gd name="connsiteY1" fmla="*/ 6766 h 43219"/>
              <a:gd name="connsiteX2" fmla="*/ 14041 w 43256"/>
              <a:gd name="connsiteY2" fmla="*/ 5061 h 43219"/>
              <a:gd name="connsiteX3" fmla="*/ 22492 w 43256"/>
              <a:gd name="connsiteY3" fmla="*/ 3291 h 43219"/>
              <a:gd name="connsiteX4" fmla="*/ 25785 w 43256"/>
              <a:gd name="connsiteY4" fmla="*/ 59 h 43219"/>
              <a:gd name="connsiteX5" fmla="*/ 29869 w 43256"/>
              <a:gd name="connsiteY5" fmla="*/ 2340 h 43219"/>
              <a:gd name="connsiteX6" fmla="*/ 35499 w 43256"/>
              <a:gd name="connsiteY6" fmla="*/ 549 h 43219"/>
              <a:gd name="connsiteX7" fmla="*/ 38354 w 43256"/>
              <a:gd name="connsiteY7" fmla="*/ 5435 h 43219"/>
              <a:gd name="connsiteX8" fmla="*/ 42018 w 43256"/>
              <a:gd name="connsiteY8" fmla="*/ 10177 h 43219"/>
              <a:gd name="connsiteX9" fmla="*/ 41854 w 43256"/>
              <a:gd name="connsiteY9" fmla="*/ 15319 h 43219"/>
              <a:gd name="connsiteX10" fmla="*/ 43052 w 43256"/>
              <a:gd name="connsiteY10" fmla="*/ 23181 h 43219"/>
              <a:gd name="connsiteX11" fmla="*/ 37440 w 43256"/>
              <a:gd name="connsiteY11" fmla="*/ 30063 h 43219"/>
              <a:gd name="connsiteX12" fmla="*/ 35431 w 43256"/>
              <a:gd name="connsiteY12" fmla="*/ 35960 h 43219"/>
              <a:gd name="connsiteX13" fmla="*/ 28591 w 43256"/>
              <a:gd name="connsiteY13" fmla="*/ 36674 h 43219"/>
              <a:gd name="connsiteX14" fmla="*/ 23703 w 43256"/>
              <a:gd name="connsiteY14" fmla="*/ 42965 h 43219"/>
              <a:gd name="connsiteX15" fmla="*/ 16516 w 43256"/>
              <a:gd name="connsiteY15" fmla="*/ 39125 h 43219"/>
              <a:gd name="connsiteX16" fmla="*/ 5840 w 43256"/>
              <a:gd name="connsiteY16" fmla="*/ 35331 h 43219"/>
              <a:gd name="connsiteX17" fmla="*/ 1146 w 43256"/>
              <a:gd name="connsiteY17" fmla="*/ 31109 h 43219"/>
              <a:gd name="connsiteX18" fmla="*/ 2149 w 43256"/>
              <a:gd name="connsiteY18" fmla="*/ 25410 h 43219"/>
              <a:gd name="connsiteX19" fmla="*/ 31 w 43256"/>
              <a:gd name="connsiteY19" fmla="*/ 19563 h 43219"/>
              <a:gd name="connsiteX20" fmla="*/ 3899 w 43256"/>
              <a:gd name="connsiteY20" fmla="*/ 14366 h 43219"/>
              <a:gd name="connsiteX0" fmla="*/ 4729 w 43256"/>
              <a:gd name="connsiteY0" fmla="*/ 26036 h 43219"/>
              <a:gd name="connsiteX1" fmla="*/ 2196 w 43256"/>
              <a:gd name="connsiteY1" fmla="*/ 25239 h 43219"/>
              <a:gd name="connsiteX2" fmla="*/ 6964 w 43256"/>
              <a:gd name="connsiteY2" fmla="*/ 34758 h 43219"/>
              <a:gd name="connsiteX3" fmla="*/ 5856 w 43256"/>
              <a:gd name="connsiteY3" fmla="*/ 35139 h 43219"/>
              <a:gd name="connsiteX4" fmla="*/ 16514 w 43256"/>
              <a:gd name="connsiteY4" fmla="*/ 38949 h 43219"/>
              <a:gd name="connsiteX5" fmla="*/ 15846 w 43256"/>
              <a:gd name="connsiteY5" fmla="*/ 37209 h 43219"/>
              <a:gd name="connsiteX6" fmla="*/ 34165 w 43256"/>
              <a:gd name="connsiteY6" fmla="*/ 22813 h 43219"/>
              <a:gd name="connsiteX7" fmla="*/ 37416 w 43256"/>
              <a:gd name="connsiteY7" fmla="*/ 29949 h 43219"/>
              <a:gd name="connsiteX8" fmla="*/ 41834 w 43256"/>
              <a:gd name="connsiteY8" fmla="*/ 15213 h 43219"/>
              <a:gd name="connsiteX9" fmla="*/ 40386 w 43256"/>
              <a:gd name="connsiteY9" fmla="*/ 17889 h 43219"/>
              <a:gd name="connsiteX10" fmla="*/ 38360 w 43256"/>
              <a:gd name="connsiteY10" fmla="*/ 5285 h 43219"/>
              <a:gd name="connsiteX11" fmla="*/ 38436 w 43256"/>
              <a:gd name="connsiteY11" fmla="*/ 6549 h 43219"/>
              <a:gd name="connsiteX12" fmla="*/ 29114 w 43256"/>
              <a:gd name="connsiteY12" fmla="*/ 3811 h 43219"/>
              <a:gd name="connsiteX13" fmla="*/ 29856 w 43256"/>
              <a:gd name="connsiteY13" fmla="*/ 2199 h 43219"/>
              <a:gd name="connsiteX14" fmla="*/ 22177 w 43256"/>
              <a:gd name="connsiteY14" fmla="*/ 4579 h 43219"/>
              <a:gd name="connsiteX15" fmla="*/ 22536 w 43256"/>
              <a:gd name="connsiteY15" fmla="*/ 3189 h 43219"/>
              <a:gd name="connsiteX0" fmla="*/ 31 w 43256"/>
              <a:gd name="connsiteY0" fmla="*/ 19563 h 43219"/>
              <a:gd name="connsiteX1" fmla="*/ 5659 w 43256"/>
              <a:gd name="connsiteY1" fmla="*/ 6766 h 43219"/>
              <a:gd name="connsiteX2" fmla="*/ 14041 w 43256"/>
              <a:gd name="connsiteY2" fmla="*/ 5061 h 43219"/>
              <a:gd name="connsiteX3" fmla="*/ 22492 w 43256"/>
              <a:gd name="connsiteY3" fmla="*/ 3291 h 43219"/>
              <a:gd name="connsiteX4" fmla="*/ 25785 w 43256"/>
              <a:gd name="connsiteY4" fmla="*/ 59 h 43219"/>
              <a:gd name="connsiteX5" fmla="*/ 29869 w 43256"/>
              <a:gd name="connsiteY5" fmla="*/ 2340 h 43219"/>
              <a:gd name="connsiteX6" fmla="*/ 35499 w 43256"/>
              <a:gd name="connsiteY6" fmla="*/ 549 h 43219"/>
              <a:gd name="connsiteX7" fmla="*/ 38354 w 43256"/>
              <a:gd name="connsiteY7" fmla="*/ 5435 h 43219"/>
              <a:gd name="connsiteX8" fmla="*/ 42018 w 43256"/>
              <a:gd name="connsiteY8" fmla="*/ 10177 h 43219"/>
              <a:gd name="connsiteX9" fmla="*/ 41854 w 43256"/>
              <a:gd name="connsiteY9" fmla="*/ 15319 h 43219"/>
              <a:gd name="connsiteX10" fmla="*/ 43052 w 43256"/>
              <a:gd name="connsiteY10" fmla="*/ 23181 h 43219"/>
              <a:gd name="connsiteX11" fmla="*/ 37440 w 43256"/>
              <a:gd name="connsiteY11" fmla="*/ 30063 h 43219"/>
              <a:gd name="connsiteX12" fmla="*/ 35431 w 43256"/>
              <a:gd name="connsiteY12" fmla="*/ 35960 h 43219"/>
              <a:gd name="connsiteX13" fmla="*/ 28591 w 43256"/>
              <a:gd name="connsiteY13" fmla="*/ 36674 h 43219"/>
              <a:gd name="connsiteX14" fmla="*/ 23703 w 43256"/>
              <a:gd name="connsiteY14" fmla="*/ 42965 h 43219"/>
              <a:gd name="connsiteX15" fmla="*/ 16516 w 43256"/>
              <a:gd name="connsiteY15" fmla="*/ 39125 h 43219"/>
              <a:gd name="connsiteX16" fmla="*/ 5840 w 43256"/>
              <a:gd name="connsiteY16" fmla="*/ 35331 h 43219"/>
              <a:gd name="connsiteX17" fmla="*/ 1146 w 43256"/>
              <a:gd name="connsiteY17" fmla="*/ 31109 h 43219"/>
              <a:gd name="connsiteX18" fmla="*/ 2149 w 43256"/>
              <a:gd name="connsiteY18" fmla="*/ 25410 h 43219"/>
              <a:gd name="connsiteX19" fmla="*/ 31 w 43256"/>
              <a:gd name="connsiteY19" fmla="*/ 19563 h 43219"/>
              <a:gd name="connsiteX0" fmla="*/ 4729 w 43256"/>
              <a:gd name="connsiteY0" fmla="*/ 26036 h 43219"/>
              <a:gd name="connsiteX1" fmla="*/ 2196 w 43256"/>
              <a:gd name="connsiteY1" fmla="*/ 25239 h 43219"/>
              <a:gd name="connsiteX2" fmla="*/ 6964 w 43256"/>
              <a:gd name="connsiteY2" fmla="*/ 34758 h 43219"/>
              <a:gd name="connsiteX3" fmla="*/ 5856 w 43256"/>
              <a:gd name="connsiteY3" fmla="*/ 35139 h 43219"/>
              <a:gd name="connsiteX4" fmla="*/ 16514 w 43256"/>
              <a:gd name="connsiteY4" fmla="*/ 38949 h 43219"/>
              <a:gd name="connsiteX5" fmla="*/ 15846 w 43256"/>
              <a:gd name="connsiteY5" fmla="*/ 37209 h 43219"/>
              <a:gd name="connsiteX6" fmla="*/ 34165 w 43256"/>
              <a:gd name="connsiteY6" fmla="*/ 22813 h 43219"/>
              <a:gd name="connsiteX7" fmla="*/ 37416 w 43256"/>
              <a:gd name="connsiteY7" fmla="*/ 29949 h 43219"/>
              <a:gd name="connsiteX8" fmla="*/ 41834 w 43256"/>
              <a:gd name="connsiteY8" fmla="*/ 15213 h 43219"/>
              <a:gd name="connsiteX9" fmla="*/ 40386 w 43256"/>
              <a:gd name="connsiteY9" fmla="*/ 17889 h 43219"/>
              <a:gd name="connsiteX10" fmla="*/ 38360 w 43256"/>
              <a:gd name="connsiteY10" fmla="*/ 5285 h 43219"/>
              <a:gd name="connsiteX11" fmla="*/ 38436 w 43256"/>
              <a:gd name="connsiteY11" fmla="*/ 6549 h 43219"/>
              <a:gd name="connsiteX12" fmla="*/ 29114 w 43256"/>
              <a:gd name="connsiteY12" fmla="*/ 3811 h 43219"/>
              <a:gd name="connsiteX13" fmla="*/ 29856 w 43256"/>
              <a:gd name="connsiteY13" fmla="*/ 2199 h 43219"/>
              <a:gd name="connsiteX14" fmla="*/ 22177 w 43256"/>
              <a:gd name="connsiteY14" fmla="*/ 4579 h 43219"/>
              <a:gd name="connsiteX15" fmla="*/ 22536 w 43256"/>
              <a:gd name="connsiteY15" fmla="*/ 3189 h 43219"/>
              <a:gd name="connsiteX0" fmla="*/ 31 w 43256"/>
              <a:gd name="connsiteY0" fmla="*/ 19563 h 43219"/>
              <a:gd name="connsiteX1" fmla="*/ 5659 w 43256"/>
              <a:gd name="connsiteY1" fmla="*/ 6766 h 43219"/>
              <a:gd name="connsiteX2" fmla="*/ 14041 w 43256"/>
              <a:gd name="connsiteY2" fmla="*/ 5061 h 43219"/>
              <a:gd name="connsiteX3" fmla="*/ 22492 w 43256"/>
              <a:gd name="connsiteY3" fmla="*/ 3291 h 43219"/>
              <a:gd name="connsiteX4" fmla="*/ 25785 w 43256"/>
              <a:gd name="connsiteY4" fmla="*/ 59 h 43219"/>
              <a:gd name="connsiteX5" fmla="*/ 29869 w 43256"/>
              <a:gd name="connsiteY5" fmla="*/ 2340 h 43219"/>
              <a:gd name="connsiteX6" fmla="*/ 35499 w 43256"/>
              <a:gd name="connsiteY6" fmla="*/ 549 h 43219"/>
              <a:gd name="connsiteX7" fmla="*/ 38354 w 43256"/>
              <a:gd name="connsiteY7" fmla="*/ 5435 h 43219"/>
              <a:gd name="connsiteX8" fmla="*/ 42018 w 43256"/>
              <a:gd name="connsiteY8" fmla="*/ 10177 h 43219"/>
              <a:gd name="connsiteX9" fmla="*/ 41854 w 43256"/>
              <a:gd name="connsiteY9" fmla="*/ 15319 h 43219"/>
              <a:gd name="connsiteX10" fmla="*/ 43052 w 43256"/>
              <a:gd name="connsiteY10" fmla="*/ 23181 h 43219"/>
              <a:gd name="connsiteX11" fmla="*/ 37440 w 43256"/>
              <a:gd name="connsiteY11" fmla="*/ 30063 h 43219"/>
              <a:gd name="connsiteX12" fmla="*/ 35431 w 43256"/>
              <a:gd name="connsiteY12" fmla="*/ 35960 h 43219"/>
              <a:gd name="connsiteX13" fmla="*/ 28591 w 43256"/>
              <a:gd name="connsiteY13" fmla="*/ 36674 h 43219"/>
              <a:gd name="connsiteX14" fmla="*/ 23703 w 43256"/>
              <a:gd name="connsiteY14" fmla="*/ 42965 h 43219"/>
              <a:gd name="connsiteX15" fmla="*/ 16516 w 43256"/>
              <a:gd name="connsiteY15" fmla="*/ 39125 h 43219"/>
              <a:gd name="connsiteX16" fmla="*/ 5840 w 43256"/>
              <a:gd name="connsiteY16" fmla="*/ 35331 h 43219"/>
              <a:gd name="connsiteX17" fmla="*/ 1146 w 43256"/>
              <a:gd name="connsiteY17" fmla="*/ 31109 h 43219"/>
              <a:gd name="connsiteX18" fmla="*/ 2149 w 43256"/>
              <a:gd name="connsiteY18" fmla="*/ 25410 h 43219"/>
              <a:gd name="connsiteX19" fmla="*/ 31 w 43256"/>
              <a:gd name="connsiteY19" fmla="*/ 19563 h 43219"/>
              <a:gd name="connsiteX0" fmla="*/ 4729 w 43256"/>
              <a:gd name="connsiteY0" fmla="*/ 26036 h 43219"/>
              <a:gd name="connsiteX1" fmla="*/ 2196 w 43256"/>
              <a:gd name="connsiteY1" fmla="*/ 25239 h 43219"/>
              <a:gd name="connsiteX2" fmla="*/ 6964 w 43256"/>
              <a:gd name="connsiteY2" fmla="*/ 34758 h 43219"/>
              <a:gd name="connsiteX3" fmla="*/ 5856 w 43256"/>
              <a:gd name="connsiteY3" fmla="*/ 35139 h 43219"/>
              <a:gd name="connsiteX4" fmla="*/ 16514 w 43256"/>
              <a:gd name="connsiteY4" fmla="*/ 38949 h 43219"/>
              <a:gd name="connsiteX5" fmla="*/ 15846 w 43256"/>
              <a:gd name="connsiteY5" fmla="*/ 37209 h 43219"/>
              <a:gd name="connsiteX6" fmla="*/ 34165 w 43256"/>
              <a:gd name="connsiteY6" fmla="*/ 22813 h 43219"/>
              <a:gd name="connsiteX7" fmla="*/ 37416 w 43256"/>
              <a:gd name="connsiteY7" fmla="*/ 29949 h 43219"/>
              <a:gd name="connsiteX8" fmla="*/ 41834 w 43256"/>
              <a:gd name="connsiteY8" fmla="*/ 15213 h 43219"/>
              <a:gd name="connsiteX9" fmla="*/ 40386 w 43256"/>
              <a:gd name="connsiteY9" fmla="*/ 17889 h 43219"/>
              <a:gd name="connsiteX10" fmla="*/ 38360 w 43256"/>
              <a:gd name="connsiteY10" fmla="*/ 5285 h 43219"/>
              <a:gd name="connsiteX11" fmla="*/ 38436 w 43256"/>
              <a:gd name="connsiteY11" fmla="*/ 6549 h 43219"/>
              <a:gd name="connsiteX12" fmla="*/ 22177 w 43256"/>
              <a:gd name="connsiteY12" fmla="*/ 4579 h 43219"/>
              <a:gd name="connsiteX13" fmla="*/ 22536 w 43256"/>
              <a:gd name="connsiteY13" fmla="*/ 3189 h 43219"/>
              <a:gd name="connsiteX0" fmla="*/ 31 w 43256"/>
              <a:gd name="connsiteY0" fmla="*/ 19787 h 43443"/>
              <a:gd name="connsiteX1" fmla="*/ 5659 w 43256"/>
              <a:gd name="connsiteY1" fmla="*/ 6990 h 43443"/>
              <a:gd name="connsiteX2" fmla="*/ 14041 w 43256"/>
              <a:gd name="connsiteY2" fmla="*/ 5285 h 43443"/>
              <a:gd name="connsiteX3" fmla="*/ 22492 w 43256"/>
              <a:gd name="connsiteY3" fmla="*/ 3515 h 43443"/>
              <a:gd name="connsiteX4" fmla="*/ 25785 w 43256"/>
              <a:gd name="connsiteY4" fmla="*/ 283 h 43443"/>
              <a:gd name="connsiteX5" fmla="*/ 35499 w 43256"/>
              <a:gd name="connsiteY5" fmla="*/ 773 h 43443"/>
              <a:gd name="connsiteX6" fmla="*/ 38354 w 43256"/>
              <a:gd name="connsiteY6" fmla="*/ 5659 h 43443"/>
              <a:gd name="connsiteX7" fmla="*/ 42018 w 43256"/>
              <a:gd name="connsiteY7" fmla="*/ 10401 h 43443"/>
              <a:gd name="connsiteX8" fmla="*/ 41854 w 43256"/>
              <a:gd name="connsiteY8" fmla="*/ 15543 h 43443"/>
              <a:gd name="connsiteX9" fmla="*/ 43052 w 43256"/>
              <a:gd name="connsiteY9" fmla="*/ 23405 h 43443"/>
              <a:gd name="connsiteX10" fmla="*/ 37440 w 43256"/>
              <a:gd name="connsiteY10" fmla="*/ 30287 h 43443"/>
              <a:gd name="connsiteX11" fmla="*/ 35431 w 43256"/>
              <a:gd name="connsiteY11" fmla="*/ 36184 h 43443"/>
              <a:gd name="connsiteX12" fmla="*/ 28591 w 43256"/>
              <a:gd name="connsiteY12" fmla="*/ 36898 h 43443"/>
              <a:gd name="connsiteX13" fmla="*/ 23703 w 43256"/>
              <a:gd name="connsiteY13" fmla="*/ 43189 h 43443"/>
              <a:gd name="connsiteX14" fmla="*/ 16516 w 43256"/>
              <a:gd name="connsiteY14" fmla="*/ 39349 h 43443"/>
              <a:gd name="connsiteX15" fmla="*/ 5840 w 43256"/>
              <a:gd name="connsiteY15" fmla="*/ 35555 h 43443"/>
              <a:gd name="connsiteX16" fmla="*/ 1146 w 43256"/>
              <a:gd name="connsiteY16" fmla="*/ 31333 h 43443"/>
              <a:gd name="connsiteX17" fmla="*/ 2149 w 43256"/>
              <a:gd name="connsiteY17" fmla="*/ 25634 h 43443"/>
              <a:gd name="connsiteX18" fmla="*/ 31 w 43256"/>
              <a:gd name="connsiteY18" fmla="*/ 19787 h 43443"/>
              <a:gd name="connsiteX0" fmla="*/ 4729 w 43256"/>
              <a:gd name="connsiteY0" fmla="*/ 26260 h 43443"/>
              <a:gd name="connsiteX1" fmla="*/ 2196 w 43256"/>
              <a:gd name="connsiteY1" fmla="*/ 25463 h 43443"/>
              <a:gd name="connsiteX2" fmla="*/ 6964 w 43256"/>
              <a:gd name="connsiteY2" fmla="*/ 34982 h 43443"/>
              <a:gd name="connsiteX3" fmla="*/ 5856 w 43256"/>
              <a:gd name="connsiteY3" fmla="*/ 35363 h 43443"/>
              <a:gd name="connsiteX4" fmla="*/ 16514 w 43256"/>
              <a:gd name="connsiteY4" fmla="*/ 39173 h 43443"/>
              <a:gd name="connsiteX5" fmla="*/ 15846 w 43256"/>
              <a:gd name="connsiteY5" fmla="*/ 37433 h 43443"/>
              <a:gd name="connsiteX6" fmla="*/ 34165 w 43256"/>
              <a:gd name="connsiteY6" fmla="*/ 23037 h 43443"/>
              <a:gd name="connsiteX7" fmla="*/ 37416 w 43256"/>
              <a:gd name="connsiteY7" fmla="*/ 30173 h 43443"/>
              <a:gd name="connsiteX8" fmla="*/ 41834 w 43256"/>
              <a:gd name="connsiteY8" fmla="*/ 15437 h 43443"/>
              <a:gd name="connsiteX9" fmla="*/ 40386 w 43256"/>
              <a:gd name="connsiteY9" fmla="*/ 18113 h 43443"/>
              <a:gd name="connsiteX10" fmla="*/ 38360 w 43256"/>
              <a:gd name="connsiteY10" fmla="*/ 5509 h 43443"/>
              <a:gd name="connsiteX11" fmla="*/ 38436 w 43256"/>
              <a:gd name="connsiteY11" fmla="*/ 6773 h 43443"/>
              <a:gd name="connsiteX12" fmla="*/ 22177 w 43256"/>
              <a:gd name="connsiteY12" fmla="*/ 4803 h 43443"/>
              <a:gd name="connsiteX13" fmla="*/ 22536 w 43256"/>
              <a:gd name="connsiteY13" fmla="*/ 3413 h 43443"/>
              <a:gd name="connsiteX0" fmla="*/ 31 w 43256"/>
              <a:gd name="connsiteY0" fmla="*/ 19787 h 43443"/>
              <a:gd name="connsiteX1" fmla="*/ 5659 w 43256"/>
              <a:gd name="connsiteY1" fmla="*/ 6990 h 43443"/>
              <a:gd name="connsiteX2" fmla="*/ 14041 w 43256"/>
              <a:gd name="connsiteY2" fmla="*/ 5285 h 43443"/>
              <a:gd name="connsiteX3" fmla="*/ 22492 w 43256"/>
              <a:gd name="connsiteY3" fmla="*/ 3515 h 43443"/>
              <a:gd name="connsiteX4" fmla="*/ 25785 w 43256"/>
              <a:gd name="connsiteY4" fmla="*/ 283 h 43443"/>
              <a:gd name="connsiteX5" fmla="*/ 35499 w 43256"/>
              <a:gd name="connsiteY5" fmla="*/ 773 h 43443"/>
              <a:gd name="connsiteX6" fmla="*/ 38354 w 43256"/>
              <a:gd name="connsiteY6" fmla="*/ 5659 h 43443"/>
              <a:gd name="connsiteX7" fmla="*/ 42018 w 43256"/>
              <a:gd name="connsiteY7" fmla="*/ 10401 h 43443"/>
              <a:gd name="connsiteX8" fmla="*/ 41854 w 43256"/>
              <a:gd name="connsiteY8" fmla="*/ 15543 h 43443"/>
              <a:gd name="connsiteX9" fmla="*/ 43052 w 43256"/>
              <a:gd name="connsiteY9" fmla="*/ 23405 h 43443"/>
              <a:gd name="connsiteX10" fmla="*/ 37440 w 43256"/>
              <a:gd name="connsiteY10" fmla="*/ 30287 h 43443"/>
              <a:gd name="connsiteX11" fmla="*/ 35431 w 43256"/>
              <a:gd name="connsiteY11" fmla="*/ 36184 h 43443"/>
              <a:gd name="connsiteX12" fmla="*/ 28591 w 43256"/>
              <a:gd name="connsiteY12" fmla="*/ 36898 h 43443"/>
              <a:gd name="connsiteX13" fmla="*/ 23703 w 43256"/>
              <a:gd name="connsiteY13" fmla="*/ 43189 h 43443"/>
              <a:gd name="connsiteX14" fmla="*/ 16516 w 43256"/>
              <a:gd name="connsiteY14" fmla="*/ 39349 h 43443"/>
              <a:gd name="connsiteX15" fmla="*/ 5840 w 43256"/>
              <a:gd name="connsiteY15" fmla="*/ 35555 h 43443"/>
              <a:gd name="connsiteX16" fmla="*/ 1146 w 43256"/>
              <a:gd name="connsiteY16" fmla="*/ 31333 h 43443"/>
              <a:gd name="connsiteX17" fmla="*/ 2149 w 43256"/>
              <a:gd name="connsiteY17" fmla="*/ 25634 h 43443"/>
              <a:gd name="connsiteX18" fmla="*/ 31 w 43256"/>
              <a:gd name="connsiteY18" fmla="*/ 19787 h 43443"/>
              <a:gd name="connsiteX0" fmla="*/ 4729 w 43256"/>
              <a:gd name="connsiteY0" fmla="*/ 26260 h 43443"/>
              <a:gd name="connsiteX1" fmla="*/ 2196 w 43256"/>
              <a:gd name="connsiteY1" fmla="*/ 25463 h 43443"/>
              <a:gd name="connsiteX2" fmla="*/ 6964 w 43256"/>
              <a:gd name="connsiteY2" fmla="*/ 34982 h 43443"/>
              <a:gd name="connsiteX3" fmla="*/ 5856 w 43256"/>
              <a:gd name="connsiteY3" fmla="*/ 35363 h 43443"/>
              <a:gd name="connsiteX4" fmla="*/ 16514 w 43256"/>
              <a:gd name="connsiteY4" fmla="*/ 39173 h 43443"/>
              <a:gd name="connsiteX5" fmla="*/ 15846 w 43256"/>
              <a:gd name="connsiteY5" fmla="*/ 37433 h 43443"/>
              <a:gd name="connsiteX6" fmla="*/ 41834 w 43256"/>
              <a:gd name="connsiteY6" fmla="*/ 15437 h 43443"/>
              <a:gd name="connsiteX7" fmla="*/ 40386 w 43256"/>
              <a:gd name="connsiteY7" fmla="*/ 18113 h 43443"/>
              <a:gd name="connsiteX8" fmla="*/ 38360 w 43256"/>
              <a:gd name="connsiteY8" fmla="*/ 5509 h 43443"/>
              <a:gd name="connsiteX9" fmla="*/ 38436 w 43256"/>
              <a:gd name="connsiteY9" fmla="*/ 6773 h 43443"/>
              <a:gd name="connsiteX10" fmla="*/ 22177 w 43256"/>
              <a:gd name="connsiteY10" fmla="*/ 4803 h 43443"/>
              <a:gd name="connsiteX11" fmla="*/ 22536 w 43256"/>
              <a:gd name="connsiteY11" fmla="*/ 3413 h 43443"/>
              <a:gd name="connsiteX0" fmla="*/ 31 w 43503"/>
              <a:gd name="connsiteY0" fmla="*/ 19787 h 43443"/>
              <a:gd name="connsiteX1" fmla="*/ 5659 w 43503"/>
              <a:gd name="connsiteY1" fmla="*/ 6990 h 43443"/>
              <a:gd name="connsiteX2" fmla="*/ 14041 w 43503"/>
              <a:gd name="connsiteY2" fmla="*/ 5285 h 43443"/>
              <a:gd name="connsiteX3" fmla="*/ 22492 w 43503"/>
              <a:gd name="connsiteY3" fmla="*/ 3515 h 43443"/>
              <a:gd name="connsiteX4" fmla="*/ 25785 w 43503"/>
              <a:gd name="connsiteY4" fmla="*/ 283 h 43443"/>
              <a:gd name="connsiteX5" fmla="*/ 35499 w 43503"/>
              <a:gd name="connsiteY5" fmla="*/ 773 h 43443"/>
              <a:gd name="connsiteX6" fmla="*/ 38354 w 43503"/>
              <a:gd name="connsiteY6" fmla="*/ 5659 h 43443"/>
              <a:gd name="connsiteX7" fmla="*/ 42018 w 43503"/>
              <a:gd name="connsiteY7" fmla="*/ 10401 h 43443"/>
              <a:gd name="connsiteX8" fmla="*/ 41854 w 43503"/>
              <a:gd name="connsiteY8" fmla="*/ 15543 h 43443"/>
              <a:gd name="connsiteX9" fmla="*/ 43052 w 43503"/>
              <a:gd name="connsiteY9" fmla="*/ 23405 h 43443"/>
              <a:gd name="connsiteX10" fmla="*/ 35431 w 43503"/>
              <a:gd name="connsiteY10" fmla="*/ 36184 h 43443"/>
              <a:gd name="connsiteX11" fmla="*/ 28591 w 43503"/>
              <a:gd name="connsiteY11" fmla="*/ 36898 h 43443"/>
              <a:gd name="connsiteX12" fmla="*/ 23703 w 43503"/>
              <a:gd name="connsiteY12" fmla="*/ 43189 h 43443"/>
              <a:gd name="connsiteX13" fmla="*/ 16516 w 43503"/>
              <a:gd name="connsiteY13" fmla="*/ 39349 h 43443"/>
              <a:gd name="connsiteX14" fmla="*/ 5840 w 43503"/>
              <a:gd name="connsiteY14" fmla="*/ 35555 h 43443"/>
              <a:gd name="connsiteX15" fmla="*/ 1146 w 43503"/>
              <a:gd name="connsiteY15" fmla="*/ 31333 h 43443"/>
              <a:gd name="connsiteX16" fmla="*/ 2149 w 43503"/>
              <a:gd name="connsiteY16" fmla="*/ 25634 h 43443"/>
              <a:gd name="connsiteX17" fmla="*/ 31 w 43503"/>
              <a:gd name="connsiteY17" fmla="*/ 19787 h 43443"/>
              <a:gd name="connsiteX0" fmla="*/ 4729 w 43503"/>
              <a:gd name="connsiteY0" fmla="*/ 26260 h 43443"/>
              <a:gd name="connsiteX1" fmla="*/ 2196 w 43503"/>
              <a:gd name="connsiteY1" fmla="*/ 25463 h 43443"/>
              <a:gd name="connsiteX2" fmla="*/ 6964 w 43503"/>
              <a:gd name="connsiteY2" fmla="*/ 34982 h 43443"/>
              <a:gd name="connsiteX3" fmla="*/ 5856 w 43503"/>
              <a:gd name="connsiteY3" fmla="*/ 35363 h 43443"/>
              <a:gd name="connsiteX4" fmla="*/ 16514 w 43503"/>
              <a:gd name="connsiteY4" fmla="*/ 39173 h 43443"/>
              <a:gd name="connsiteX5" fmla="*/ 15846 w 43503"/>
              <a:gd name="connsiteY5" fmla="*/ 37433 h 43443"/>
              <a:gd name="connsiteX6" fmla="*/ 41834 w 43503"/>
              <a:gd name="connsiteY6" fmla="*/ 15437 h 43443"/>
              <a:gd name="connsiteX7" fmla="*/ 40386 w 43503"/>
              <a:gd name="connsiteY7" fmla="*/ 18113 h 43443"/>
              <a:gd name="connsiteX8" fmla="*/ 38360 w 43503"/>
              <a:gd name="connsiteY8" fmla="*/ 5509 h 43443"/>
              <a:gd name="connsiteX9" fmla="*/ 38436 w 43503"/>
              <a:gd name="connsiteY9" fmla="*/ 6773 h 43443"/>
              <a:gd name="connsiteX10" fmla="*/ 22177 w 43503"/>
              <a:gd name="connsiteY10" fmla="*/ 4803 h 43443"/>
              <a:gd name="connsiteX11" fmla="*/ 22536 w 43503"/>
              <a:gd name="connsiteY11" fmla="*/ 3413 h 4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503" h="43443">
                <a:moveTo>
                  <a:pt x="31" y="19787"/>
                </a:moveTo>
                <a:cubicBezTo>
                  <a:pt x="616" y="16680"/>
                  <a:pt x="3324" y="9407"/>
                  <a:pt x="5659" y="6990"/>
                </a:cubicBezTo>
                <a:cubicBezTo>
                  <a:pt x="7994" y="4573"/>
                  <a:pt x="11300" y="3100"/>
                  <a:pt x="14041" y="5285"/>
                </a:cubicBezTo>
                <a:cubicBezTo>
                  <a:pt x="15714" y="992"/>
                  <a:pt x="19950" y="105"/>
                  <a:pt x="22492" y="3515"/>
                </a:cubicBezTo>
                <a:cubicBezTo>
                  <a:pt x="23133" y="1766"/>
                  <a:pt x="23617" y="740"/>
                  <a:pt x="25785" y="283"/>
                </a:cubicBezTo>
                <a:cubicBezTo>
                  <a:pt x="27953" y="-174"/>
                  <a:pt x="33404" y="-123"/>
                  <a:pt x="35499" y="773"/>
                </a:cubicBezTo>
                <a:cubicBezTo>
                  <a:pt x="37594" y="1669"/>
                  <a:pt x="38066" y="3483"/>
                  <a:pt x="38354" y="5659"/>
                </a:cubicBezTo>
                <a:cubicBezTo>
                  <a:pt x="40082" y="6301"/>
                  <a:pt x="41458" y="8081"/>
                  <a:pt x="42018" y="10401"/>
                </a:cubicBezTo>
                <a:cubicBezTo>
                  <a:pt x="42425" y="12085"/>
                  <a:pt x="42367" y="13914"/>
                  <a:pt x="41854" y="15543"/>
                </a:cubicBezTo>
                <a:cubicBezTo>
                  <a:pt x="43115" y="17777"/>
                  <a:pt x="44122" y="19965"/>
                  <a:pt x="43052" y="23405"/>
                </a:cubicBezTo>
                <a:cubicBezTo>
                  <a:pt x="41982" y="26845"/>
                  <a:pt x="37841" y="33935"/>
                  <a:pt x="35431" y="36184"/>
                </a:cubicBezTo>
                <a:cubicBezTo>
                  <a:pt x="33021" y="38433"/>
                  <a:pt x="30740" y="38722"/>
                  <a:pt x="28591" y="36898"/>
                </a:cubicBezTo>
                <a:cubicBezTo>
                  <a:pt x="27896" y="40031"/>
                  <a:pt x="26035" y="42426"/>
                  <a:pt x="23703" y="43189"/>
                </a:cubicBezTo>
                <a:cubicBezTo>
                  <a:pt x="20955" y="44088"/>
                  <a:pt x="18087" y="42556"/>
                  <a:pt x="16516" y="39349"/>
                </a:cubicBezTo>
                <a:cubicBezTo>
                  <a:pt x="12808" y="42393"/>
                  <a:pt x="7992" y="40682"/>
                  <a:pt x="5840" y="35555"/>
                </a:cubicBezTo>
                <a:cubicBezTo>
                  <a:pt x="3726" y="35892"/>
                  <a:pt x="1741" y="34107"/>
                  <a:pt x="1146" y="31333"/>
                </a:cubicBezTo>
                <a:cubicBezTo>
                  <a:pt x="715" y="29326"/>
                  <a:pt x="1096" y="27160"/>
                  <a:pt x="2149" y="25634"/>
                </a:cubicBezTo>
                <a:cubicBezTo>
                  <a:pt x="655" y="24437"/>
                  <a:pt x="-177" y="22140"/>
                  <a:pt x="31" y="19787"/>
                </a:cubicBezTo>
                <a:close/>
              </a:path>
              <a:path w="43503" h="43443" fill="none" extrusionOk="0">
                <a:moveTo>
                  <a:pt x="4729" y="26260"/>
                </a:moveTo>
                <a:cubicBezTo>
                  <a:pt x="3845" y="26354"/>
                  <a:pt x="2961" y="26076"/>
                  <a:pt x="2196" y="25463"/>
                </a:cubicBezTo>
                <a:moveTo>
                  <a:pt x="6964" y="34982"/>
                </a:moveTo>
                <a:cubicBezTo>
                  <a:pt x="6609" y="35175"/>
                  <a:pt x="6236" y="35303"/>
                  <a:pt x="5856" y="35363"/>
                </a:cubicBezTo>
                <a:moveTo>
                  <a:pt x="16514" y="39173"/>
                </a:moveTo>
                <a:cubicBezTo>
                  <a:pt x="16247" y="38627"/>
                  <a:pt x="16023" y="38044"/>
                  <a:pt x="15846" y="37433"/>
                </a:cubicBezTo>
                <a:moveTo>
                  <a:pt x="41834" y="15437"/>
                </a:moveTo>
                <a:cubicBezTo>
                  <a:pt x="41509" y="16469"/>
                  <a:pt x="41014" y="17385"/>
                  <a:pt x="40386" y="18113"/>
                </a:cubicBezTo>
                <a:moveTo>
                  <a:pt x="38360" y="5509"/>
                </a:moveTo>
                <a:cubicBezTo>
                  <a:pt x="38415" y="5926"/>
                  <a:pt x="38441" y="6349"/>
                  <a:pt x="38436" y="6773"/>
                </a:cubicBezTo>
                <a:moveTo>
                  <a:pt x="22177" y="4803"/>
                </a:moveTo>
                <a:cubicBezTo>
                  <a:pt x="22254" y="4321"/>
                  <a:pt x="22375" y="3854"/>
                  <a:pt x="22536" y="3413"/>
                </a:cubicBezTo>
              </a:path>
            </a:pathLst>
          </a:cu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2700000" scaled="1"/>
            <a:tileRect/>
          </a:gradFill>
          <a:ln w="6350" cap="flat">
            <a:solidFill>
              <a:schemeClr val="bg1">
                <a:lumMod val="95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86400" tIns="45720" rIns="864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000" dirty="0">
              <a:solidFill>
                <a:srgbClr val="D9300D"/>
              </a:solidFill>
              <a:latin typeface="+mj-lt"/>
            </a:endParaRPr>
          </a:p>
        </p:txBody>
      </p:sp>
      <p:sp>
        <p:nvSpPr>
          <p:cNvPr id="23" name="Прямоугольник: усеченные противолежащие углы 22">
            <a:extLst>
              <a:ext uri="{FF2B5EF4-FFF2-40B4-BE49-F238E27FC236}">
                <a16:creationId xmlns:a16="http://schemas.microsoft.com/office/drawing/2014/main" id="{3FBAC62F-C436-4179-A323-96D40504E78D}"/>
              </a:ext>
            </a:extLst>
          </p:cNvPr>
          <p:cNvSpPr/>
          <p:nvPr/>
        </p:nvSpPr>
        <p:spPr>
          <a:xfrm rot="19656175">
            <a:off x="4143473" y="5327501"/>
            <a:ext cx="1219200" cy="296862"/>
          </a:xfrm>
          <a:prstGeom prst="snip2DiagRect">
            <a:avLst/>
          </a:prstGeom>
          <a:solidFill>
            <a:schemeClr val="bg1">
              <a:alpha val="60000"/>
            </a:schemeClr>
          </a:solidFill>
          <a:ln w="6350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6400" tIns="45720" rIns="864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000" dirty="0">
              <a:solidFill>
                <a:srgbClr val="D9300D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5505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7C3148E7-D0FA-440F-B94A-91720FE8FF76}"/>
              </a:ext>
            </a:extLst>
          </p:cNvPr>
          <p:cNvSpPr/>
          <p:nvPr/>
        </p:nvSpPr>
        <p:spPr>
          <a:xfrm>
            <a:off x="695960" y="608329"/>
            <a:ext cx="10800080" cy="564134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78765">
                <a:srgbClr val="FAD9C2"/>
              </a:gs>
              <a:gs pos="90000">
                <a:srgbClr val="FBE4C1"/>
              </a:gs>
              <a:gs pos="100000">
                <a:srgbClr val="FAD9C2"/>
              </a:gs>
            </a:gsLst>
            <a:path path="circle">
              <a:fillToRect l="50000" t="50000" r="50000" b="50000"/>
            </a:path>
            <a:tileRect/>
          </a:gradFill>
          <a:ln w="6350" cap="flat">
            <a:noFill/>
            <a:prstDash val="solid"/>
            <a:miter/>
          </a:ln>
          <a:effectLst>
            <a:outerShdw blurRad="152400" sx="101000" sy="101000" algn="ctr" rotWithShape="0">
              <a:prstClr val="black">
                <a:alpha val="32000"/>
              </a:prstClr>
            </a:outerShdw>
          </a:effectLst>
        </p:spPr>
        <p:txBody>
          <a:bodyPr rot="0" spcFirstLastPara="0" vertOverflow="overflow" horzOverflow="overflow" vert="horz" wrap="square" lIns="86400" tIns="45720" rIns="864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000" dirty="0">
              <a:gradFill flip="none" rotWithShape="1">
                <a:gsLst>
                  <a:gs pos="0">
                    <a:schemeClr val="accent2">
                      <a:lumMod val="0"/>
                      <a:lumOff val="100000"/>
                    </a:schemeClr>
                  </a:gs>
                  <a:gs pos="35000">
                    <a:schemeClr val="accent2">
                      <a:lumMod val="0"/>
                      <a:lumOff val="100000"/>
                    </a:schemeClr>
                  </a:gs>
                  <a:gs pos="100000">
                    <a:schemeClr val="accent2">
                      <a:lumMod val="100000"/>
                    </a:schemeClr>
                  </a:gs>
                </a:gsLst>
                <a:path path="rect">
                  <a:fillToRect l="50000" t="50000" r="50000" b="50000"/>
                </a:path>
                <a:tileRect/>
              </a:gradFill>
              <a:latin typeface="+mj-lt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9DD18C5-42D3-45BF-8D5D-9F0879003F9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9" b="7809"/>
          <a:stretch>
            <a:fillRect/>
          </a:stretch>
        </p:blipFill>
        <p:spPr>
          <a:xfrm>
            <a:off x="1162050" y="1230313"/>
            <a:ext cx="3908425" cy="4397375"/>
          </a:xfrm>
        </p:spPr>
      </p:pic>
      <p:sp>
        <p:nvSpPr>
          <p:cNvPr id="11" name="Прямоугольник: скругленные противолежащие углы 10">
            <a:extLst>
              <a:ext uri="{FF2B5EF4-FFF2-40B4-BE49-F238E27FC236}">
                <a16:creationId xmlns:a16="http://schemas.microsoft.com/office/drawing/2014/main" id="{AC75BFE6-3167-4615-8210-2A606D3A0667}"/>
              </a:ext>
            </a:extLst>
          </p:cNvPr>
          <p:cNvSpPr/>
          <p:nvPr/>
        </p:nvSpPr>
        <p:spPr>
          <a:xfrm>
            <a:off x="5499640" y="1025286"/>
            <a:ext cx="5523957" cy="369331"/>
          </a:xfrm>
          <a:prstGeom prst="round2DiagRect">
            <a:avLst/>
          </a:prstGeom>
          <a:solidFill>
            <a:schemeClr val="bg1"/>
          </a:solidFill>
          <a:ln w="6350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6400" tIns="45720" rIns="864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000" dirty="0">
              <a:solidFill>
                <a:srgbClr val="D9300D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B1326C-8B22-4894-A190-6D25E5A0F58B}"/>
              </a:ext>
            </a:extLst>
          </p:cNvPr>
          <p:cNvSpPr txBox="1"/>
          <p:nvPr/>
        </p:nvSpPr>
        <p:spPr>
          <a:xfrm>
            <a:off x="5499643" y="1026160"/>
            <a:ext cx="5523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Букреев Никита Алексеевич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214FD3-949F-4096-9C76-FD42E2F87126}"/>
              </a:ext>
            </a:extLst>
          </p:cNvPr>
          <p:cNvSpPr txBox="1"/>
          <p:nvPr/>
        </p:nvSpPr>
        <p:spPr>
          <a:xfrm>
            <a:off x="5415280" y="1706880"/>
            <a:ext cx="560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Роль в проекте:  тестировщик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15F1B9-6E02-47E8-A57F-4E1FBD0BE427}"/>
              </a:ext>
            </a:extLst>
          </p:cNvPr>
          <p:cNvSpPr txBox="1"/>
          <p:nvPr/>
        </p:nvSpPr>
        <p:spPr>
          <a:xfrm>
            <a:off x="5415280" y="2105660"/>
            <a:ext cx="5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Выполненных задач:  3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27F09A-3816-4F9E-980C-F86234C8A575}"/>
              </a:ext>
            </a:extLst>
          </p:cNvPr>
          <p:cNvSpPr txBox="1"/>
          <p:nvPr/>
        </p:nvSpPr>
        <p:spPr>
          <a:xfrm>
            <a:off x="5415280" y="2494043"/>
            <a:ext cx="5569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Процент от числа изначально </a:t>
            </a:r>
          </a:p>
          <a:p>
            <a:r>
              <a:rPr lang="ru-RU" dirty="0"/>
              <a:t>запланированных задач: 18%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A402A8-7D42-4EF2-89AC-8C4C033CC4FC}"/>
              </a:ext>
            </a:extLst>
          </p:cNvPr>
          <p:cNvSpPr txBox="1"/>
          <p:nvPr/>
        </p:nvSpPr>
        <p:spPr>
          <a:xfrm>
            <a:off x="5415282" y="3174763"/>
            <a:ext cx="560831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Описание выполненного функционала: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dirty="0"/>
              <a:t>Поиск, сортировка и фильтрация данных  на </a:t>
            </a:r>
            <a:endParaRPr lang="ru-RU" dirty="0" smtClean="0"/>
          </a:p>
          <a:p>
            <a:pPr>
              <a:lnSpc>
                <a:spcPct val="150000"/>
              </a:lnSpc>
            </a:pPr>
            <a:r>
              <a:rPr lang="ru-RU" dirty="0"/>
              <a:t> </a:t>
            </a:r>
            <a:r>
              <a:rPr lang="ru-RU" dirty="0" smtClean="0"/>
              <a:t>   одной </a:t>
            </a:r>
            <a:r>
              <a:rPr lang="ru-RU" dirty="0"/>
              <a:t>из страниц вывода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dirty="0"/>
              <a:t>Тестовые сценарии (</a:t>
            </a:r>
            <a:r>
              <a:rPr lang="en-US" dirty="0"/>
              <a:t>TestCase)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dirty="0"/>
              <a:t>Проверка корректности реализации </a:t>
            </a:r>
            <a:r>
              <a:rPr lang="ru-RU" dirty="0" smtClean="0"/>
              <a:t>каждого </a:t>
            </a:r>
          </a:p>
          <a:p>
            <a:pPr>
              <a:lnSpc>
                <a:spcPct val="150000"/>
              </a:lnSpc>
            </a:pPr>
            <a:r>
              <a:rPr lang="ru-RU" dirty="0"/>
              <a:t> </a:t>
            </a:r>
            <a:r>
              <a:rPr lang="ru-RU" dirty="0" smtClean="0"/>
              <a:t>    пункта </a:t>
            </a:r>
            <a:r>
              <a:rPr lang="ru-RU" dirty="0"/>
              <a:t>ТЗ</a:t>
            </a:r>
          </a:p>
        </p:txBody>
      </p:sp>
      <p:sp>
        <p:nvSpPr>
          <p:cNvPr id="12" name="Параллелограмм 11">
            <a:extLst>
              <a:ext uri="{FF2B5EF4-FFF2-40B4-BE49-F238E27FC236}">
                <a16:creationId xmlns:a16="http://schemas.microsoft.com/office/drawing/2014/main" id="{263424F4-A996-4528-A3BD-CAE7187CFC03}"/>
              </a:ext>
            </a:extLst>
          </p:cNvPr>
          <p:cNvSpPr/>
          <p:nvPr/>
        </p:nvSpPr>
        <p:spPr>
          <a:xfrm rot="4919043">
            <a:off x="4710797" y="1073927"/>
            <a:ext cx="426382" cy="813942"/>
          </a:xfrm>
          <a:prstGeom prst="parallelogram">
            <a:avLst/>
          </a:prstGeom>
          <a:solidFill>
            <a:schemeClr val="bg1">
              <a:alpha val="60000"/>
            </a:schemeClr>
          </a:solidFill>
          <a:ln w="6350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6400" tIns="45720" rIns="864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000" dirty="0">
              <a:solidFill>
                <a:srgbClr val="D9300D"/>
              </a:solidFill>
              <a:latin typeface="+mj-lt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B0AF3A5-44A4-4B95-A33E-3ECE4B83AC14}"/>
              </a:ext>
            </a:extLst>
          </p:cNvPr>
          <p:cNvSpPr/>
          <p:nvPr/>
        </p:nvSpPr>
        <p:spPr>
          <a:xfrm>
            <a:off x="1256733" y="1024412"/>
            <a:ext cx="277427" cy="535720"/>
          </a:xfrm>
          <a:prstGeom prst="rect">
            <a:avLst/>
          </a:prstGeom>
          <a:solidFill>
            <a:schemeClr val="bg1">
              <a:alpha val="50000"/>
            </a:schemeClr>
          </a:solidFill>
          <a:ln w="6350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6400" tIns="45720" rIns="864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000" dirty="0">
              <a:solidFill>
                <a:srgbClr val="D9300D"/>
              </a:solidFill>
              <a:latin typeface="+mj-lt"/>
            </a:endParaRPr>
          </a:p>
        </p:txBody>
      </p:sp>
      <p:pic>
        <p:nvPicPr>
          <p:cNvPr id="18" name="Рисунок 17" descr="Флажок со сплошной заливкой">
            <a:extLst>
              <a:ext uri="{FF2B5EF4-FFF2-40B4-BE49-F238E27FC236}">
                <a16:creationId xmlns:a16="http://schemas.microsoft.com/office/drawing/2014/main" id="{687E8B8C-1C0C-472C-84AF-B9CD76B2119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 rot="900907">
            <a:off x="928916" y="5209309"/>
            <a:ext cx="655633" cy="655633"/>
          </a:xfrm>
          <a:prstGeom prst="rect">
            <a:avLst/>
          </a:prstGeom>
        </p:spPr>
      </p:pic>
      <p:pic>
        <p:nvPicPr>
          <p:cNvPr id="20" name="Рисунок 19" descr="Закрыть со сплошной заливкой">
            <a:extLst>
              <a:ext uri="{FF2B5EF4-FFF2-40B4-BE49-F238E27FC236}">
                <a16:creationId xmlns:a16="http://schemas.microsoft.com/office/drawing/2014/main" id="{4846532A-CBD0-433B-A870-9D20DBE5E8F6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423463" y="5704866"/>
            <a:ext cx="314029" cy="31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357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7C3148E7-D0FA-440F-B94A-91720FE8FF76}"/>
              </a:ext>
            </a:extLst>
          </p:cNvPr>
          <p:cNvSpPr/>
          <p:nvPr/>
        </p:nvSpPr>
        <p:spPr>
          <a:xfrm>
            <a:off x="695960" y="608329"/>
            <a:ext cx="10800080" cy="564134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78765">
                <a:srgbClr val="FAD9C2"/>
              </a:gs>
              <a:gs pos="90000">
                <a:srgbClr val="FBE4C1"/>
              </a:gs>
              <a:gs pos="100000">
                <a:srgbClr val="FAD9C2"/>
              </a:gs>
            </a:gsLst>
            <a:path path="circle">
              <a:fillToRect l="50000" t="50000" r="50000" b="50000"/>
            </a:path>
            <a:tileRect/>
          </a:gradFill>
          <a:ln w="6350" cap="flat">
            <a:noFill/>
            <a:prstDash val="solid"/>
            <a:miter/>
          </a:ln>
          <a:effectLst>
            <a:outerShdw blurRad="152400" sx="101000" sy="101000" algn="ctr" rotWithShape="0">
              <a:prstClr val="black">
                <a:alpha val="32000"/>
              </a:prstClr>
            </a:outerShdw>
          </a:effectLst>
        </p:spPr>
        <p:txBody>
          <a:bodyPr rot="0" spcFirstLastPara="0" vertOverflow="overflow" horzOverflow="overflow" vert="horz" wrap="square" lIns="86400" tIns="45720" rIns="864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000" dirty="0">
              <a:gradFill flip="none" rotWithShape="1">
                <a:gsLst>
                  <a:gs pos="0">
                    <a:schemeClr val="accent2">
                      <a:lumMod val="0"/>
                      <a:lumOff val="100000"/>
                    </a:schemeClr>
                  </a:gs>
                  <a:gs pos="35000">
                    <a:schemeClr val="accent2">
                      <a:lumMod val="0"/>
                      <a:lumOff val="100000"/>
                    </a:schemeClr>
                  </a:gs>
                  <a:gs pos="100000">
                    <a:schemeClr val="accent2">
                      <a:lumMod val="100000"/>
                    </a:schemeClr>
                  </a:gs>
                </a:gsLst>
                <a:path path="rect">
                  <a:fillToRect l="50000" t="50000" r="50000" b="50000"/>
                </a:path>
                <a:tileRect/>
              </a:gradFill>
              <a:latin typeface="+mj-lt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D2F9268-AC7E-4851-AC67-5BC443375A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07" b="24007"/>
          <a:stretch>
            <a:fillRect/>
          </a:stretch>
        </p:blipFill>
        <p:spPr>
          <a:xfrm>
            <a:off x="1162050" y="1230313"/>
            <a:ext cx="3908425" cy="4397375"/>
          </a:xfrm>
        </p:spPr>
      </p:pic>
      <p:sp>
        <p:nvSpPr>
          <p:cNvPr id="11" name="Прямоугольник: скругленные противолежащие углы 10">
            <a:extLst>
              <a:ext uri="{FF2B5EF4-FFF2-40B4-BE49-F238E27FC236}">
                <a16:creationId xmlns:a16="http://schemas.microsoft.com/office/drawing/2014/main" id="{AC75BFE6-3167-4615-8210-2A606D3A0667}"/>
              </a:ext>
            </a:extLst>
          </p:cNvPr>
          <p:cNvSpPr/>
          <p:nvPr/>
        </p:nvSpPr>
        <p:spPr>
          <a:xfrm>
            <a:off x="5499640" y="1025286"/>
            <a:ext cx="5523957" cy="369331"/>
          </a:xfrm>
          <a:prstGeom prst="round2DiagRect">
            <a:avLst/>
          </a:prstGeom>
          <a:solidFill>
            <a:schemeClr val="bg1"/>
          </a:solidFill>
          <a:ln w="6350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6400" tIns="45720" rIns="864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000" dirty="0">
              <a:solidFill>
                <a:srgbClr val="D9300D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B1326C-8B22-4894-A190-6D25E5A0F58B}"/>
              </a:ext>
            </a:extLst>
          </p:cNvPr>
          <p:cNvSpPr txBox="1"/>
          <p:nvPr/>
        </p:nvSpPr>
        <p:spPr>
          <a:xfrm>
            <a:off x="5499643" y="1026160"/>
            <a:ext cx="5523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Геков Артем Александрович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214FD3-949F-4096-9C76-FD42E2F87126}"/>
              </a:ext>
            </a:extLst>
          </p:cNvPr>
          <p:cNvSpPr txBox="1"/>
          <p:nvPr/>
        </p:nvSpPr>
        <p:spPr>
          <a:xfrm>
            <a:off x="5415280" y="1706880"/>
            <a:ext cx="560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Роль в проекте:  разработчик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15F1B9-6E02-47E8-A57F-4E1FBD0BE427}"/>
              </a:ext>
            </a:extLst>
          </p:cNvPr>
          <p:cNvSpPr txBox="1"/>
          <p:nvPr/>
        </p:nvSpPr>
        <p:spPr>
          <a:xfrm>
            <a:off x="5415280" y="2105660"/>
            <a:ext cx="5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Выполненных задач:  3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27F09A-3816-4F9E-980C-F86234C8A575}"/>
              </a:ext>
            </a:extLst>
          </p:cNvPr>
          <p:cNvSpPr txBox="1"/>
          <p:nvPr/>
        </p:nvSpPr>
        <p:spPr>
          <a:xfrm>
            <a:off x="5415280" y="2494043"/>
            <a:ext cx="5569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Процент от числа изначально </a:t>
            </a:r>
          </a:p>
          <a:p>
            <a:r>
              <a:rPr lang="ru-RU" dirty="0"/>
              <a:t>запланированных задач: 18%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A402A8-7D42-4EF2-89AC-8C4C033CC4FC}"/>
              </a:ext>
            </a:extLst>
          </p:cNvPr>
          <p:cNvSpPr txBox="1"/>
          <p:nvPr/>
        </p:nvSpPr>
        <p:spPr>
          <a:xfrm>
            <a:off x="5415282" y="3174763"/>
            <a:ext cx="5608317" cy="170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Описание выполненного функционала: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dirty="0"/>
              <a:t>Разработка базы данных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dirty="0"/>
              <a:t>Интеграция БД с приложением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dirty="0"/>
              <a:t>Модуль авторизации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599DD906-4F1C-4754-B8FC-C8A51D3DA605}"/>
              </a:ext>
            </a:extLst>
          </p:cNvPr>
          <p:cNvSpPr/>
          <p:nvPr/>
        </p:nvSpPr>
        <p:spPr>
          <a:xfrm>
            <a:off x="1048804" y="1089652"/>
            <a:ext cx="447472" cy="447472"/>
          </a:xfrm>
          <a:prstGeom prst="ellipse">
            <a:avLst/>
          </a:prstGeom>
          <a:gradFill flip="none" rotWithShape="1">
            <a:gsLst>
              <a:gs pos="2400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 cap="flat">
            <a:solidFill>
              <a:schemeClr val="accent1"/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86400" tIns="45720" rIns="864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000" dirty="0">
              <a:solidFill>
                <a:srgbClr val="D9300D"/>
              </a:solidFill>
              <a:latin typeface="+mj-lt"/>
            </a:endParaRPr>
          </a:p>
        </p:txBody>
      </p:sp>
      <p:sp>
        <p:nvSpPr>
          <p:cNvPr id="14" name="Рисунок 13" descr="Скрепка со сплошной заливкой">
            <a:extLst>
              <a:ext uri="{FF2B5EF4-FFF2-40B4-BE49-F238E27FC236}">
                <a16:creationId xmlns:a16="http://schemas.microsoft.com/office/drawing/2014/main" id="{17BE32BA-9BEF-4AC0-B3FA-9837DD7CC307}"/>
              </a:ext>
            </a:extLst>
          </p:cNvPr>
          <p:cNvSpPr/>
          <p:nvPr/>
        </p:nvSpPr>
        <p:spPr>
          <a:xfrm>
            <a:off x="4647564" y="5248939"/>
            <a:ext cx="312025" cy="689740"/>
          </a:xfrm>
          <a:custGeom>
            <a:avLst/>
            <a:gdLst>
              <a:gd name="connsiteX0" fmla="*/ 156013 w 312025"/>
              <a:gd name="connsiteY0" fmla="*/ 689741 h 689740"/>
              <a:gd name="connsiteX1" fmla="*/ 0 w 312025"/>
              <a:gd name="connsiteY1" fmla="*/ 533728 h 689740"/>
              <a:gd name="connsiteX2" fmla="*/ 0 w 312025"/>
              <a:gd name="connsiteY2" fmla="*/ 114957 h 689740"/>
              <a:gd name="connsiteX3" fmla="*/ 114957 w 312025"/>
              <a:gd name="connsiteY3" fmla="*/ 0 h 689740"/>
              <a:gd name="connsiteX4" fmla="*/ 229914 w 312025"/>
              <a:gd name="connsiteY4" fmla="*/ 114957 h 689740"/>
              <a:gd name="connsiteX5" fmla="*/ 229914 w 312025"/>
              <a:gd name="connsiteY5" fmla="*/ 500883 h 689740"/>
              <a:gd name="connsiteX6" fmla="*/ 156013 w 312025"/>
              <a:gd name="connsiteY6" fmla="*/ 574784 h 689740"/>
              <a:gd name="connsiteX7" fmla="*/ 82112 w 312025"/>
              <a:gd name="connsiteY7" fmla="*/ 500883 h 689740"/>
              <a:gd name="connsiteX8" fmla="*/ 82112 w 312025"/>
              <a:gd name="connsiteY8" fmla="*/ 303814 h 689740"/>
              <a:gd name="connsiteX9" fmla="*/ 131379 w 312025"/>
              <a:gd name="connsiteY9" fmla="*/ 303814 h 689740"/>
              <a:gd name="connsiteX10" fmla="*/ 131379 w 312025"/>
              <a:gd name="connsiteY10" fmla="*/ 500883 h 689740"/>
              <a:gd name="connsiteX11" fmla="*/ 156013 w 312025"/>
              <a:gd name="connsiteY11" fmla="*/ 525517 h 689740"/>
              <a:gd name="connsiteX12" fmla="*/ 180646 w 312025"/>
              <a:gd name="connsiteY12" fmla="*/ 500883 h 689740"/>
              <a:gd name="connsiteX13" fmla="*/ 180646 w 312025"/>
              <a:gd name="connsiteY13" fmla="*/ 114957 h 689740"/>
              <a:gd name="connsiteX14" fmla="*/ 114957 w 312025"/>
              <a:gd name="connsiteY14" fmla="*/ 49267 h 689740"/>
              <a:gd name="connsiteX15" fmla="*/ 49267 w 312025"/>
              <a:gd name="connsiteY15" fmla="*/ 114957 h 689740"/>
              <a:gd name="connsiteX16" fmla="*/ 49267 w 312025"/>
              <a:gd name="connsiteY16" fmla="*/ 533728 h 689740"/>
              <a:gd name="connsiteX17" fmla="*/ 156013 w 312025"/>
              <a:gd name="connsiteY17" fmla="*/ 640473 h 689740"/>
              <a:gd name="connsiteX18" fmla="*/ 262758 w 312025"/>
              <a:gd name="connsiteY18" fmla="*/ 533728 h 689740"/>
              <a:gd name="connsiteX19" fmla="*/ 262758 w 312025"/>
              <a:gd name="connsiteY19" fmla="*/ 361293 h 689740"/>
              <a:gd name="connsiteX20" fmla="*/ 312026 w 312025"/>
              <a:gd name="connsiteY20" fmla="*/ 361293 h 689740"/>
              <a:gd name="connsiteX21" fmla="*/ 312026 w 312025"/>
              <a:gd name="connsiteY21" fmla="*/ 533728 h 689740"/>
              <a:gd name="connsiteX22" fmla="*/ 156013 w 312025"/>
              <a:gd name="connsiteY22" fmla="*/ 689741 h 689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12025" h="689740">
                <a:moveTo>
                  <a:pt x="156013" y="689741"/>
                </a:moveTo>
                <a:cubicBezTo>
                  <a:pt x="69795" y="689741"/>
                  <a:pt x="0" y="619945"/>
                  <a:pt x="0" y="533728"/>
                </a:cubicBezTo>
                <a:lnTo>
                  <a:pt x="0" y="114957"/>
                </a:lnTo>
                <a:cubicBezTo>
                  <a:pt x="0" y="51731"/>
                  <a:pt x="51731" y="0"/>
                  <a:pt x="114957" y="0"/>
                </a:cubicBezTo>
                <a:cubicBezTo>
                  <a:pt x="178183" y="0"/>
                  <a:pt x="229914" y="51731"/>
                  <a:pt x="229914" y="114957"/>
                </a:cubicBezTo>
                <a:lnTo>
                  <a:pt x="229914" y="500883"/>
                </a:lnTo>
                <a:cubicBezTo>
                  <a:pt x="229914" y="541939"/>
                  <a:pt x="197069" y="574784"/>
                  <a:pt x="156013" y="574784"/>
                </a:cubicBezTo>
                <a:cubicBezTo>
                  <a:pt x="114957" y="574784"/>
                  <a:pt x="82112" y="541939"/>
                  <a:pt x="82112" y="500883"/>
                </a:cubicBezTo>
                <a:lnTo>
                  <a:pt x="82112" y="303814"/>
                </a:lnTo>
                <a:lnTo>
                  <a:pt x="131379" y="303814"/>
                </a:lnTo>
                <a:lnTo>
                  <a:pt x="131379" y="500883"/>
                </a:lnTo>
                <a:cubicBezTo>
                  <a:pt x="131379" y="514842"/>
                  <a:pt x="142054" y="525517"/>
                  <a:pt x="156013" y="525517"/>
                </a:cubicBezTo>
                <a:cubicBezTo>
                  <a:pt x="169972" y="525517"/>
                  <a:pt x="180646" y="514842"/>
                  <a:pt x="180646" y="500883"/>
                </a:cubicBezTo>
                <a:lnTo>
                  <a:pt x="180646" y="114957"/>
                </a:lnTo>
                <a:cubicBezTo>
                  <a:pt x="180646" y="78828"/>
                  <a:pt x="151086" y="49267"/>
                  <a:pt x="114957" y="49267"/>
                </a:cubicBezTo>
                <a:cubicBezTo>
                  <a:pt x="78827" y="49267"/>
                  <a:pt x="49267" y="78828"/>
                  <a:pt x="49267" y="114957"/>
                </a:cubicBezTo>
                <a:lnTo>
                  <a:pt x="49267" y="533728"/>
                </a:lnTo>
                <a:cubicBezTo>
                  <a:pt x="49267" y="592848"/>
                  <a:pt x="96892" y="640473"/>
                  <a:pt x="156013" y="640473"/>
                </a:cubicBezTo>
                <a:cubicBezTo>
                  <a:pt x="215133" y="640473"/>
                  <a:pt x="262758" y="592848"/>
                  <a:pt x="262758" y="533728"/>
                </a:cubicBezTo>
                <a:lnTo>
                  <a:pt x="262758" y="361293"/>
                </a:lnTo>
                <a:lnTo>
                  <a:pt x="312026" y="361293"/>
                </a:lnTo>
                <a:lnTo>
                  <a:pt x="312026" y="533728"/>
                </a:lnTo>
                <a:cubicBezTo>
                  <a:pt x="312026" y="619945"/>
                  <a:pt x="242230" y="689741"/>
                  <a:pt x="156013" y="68974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100000">
                <a:schemeClr val="tx2">
                  <a:lumMod val="40000"/>
                  <a:lumOff val="60000"/>
                </a:schemeClr>
              </a:gs>
            </a:gsLst>
            <a:path path="rect">
              <a:fillToRect l="100000" b="100000"/>
            </a:path>
            <a:tileRect t="-100000" r="-100000"/>
          </a:gradFill>
          <a:ln w="813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9507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7C3148E7-D0FA-440F-B94A-91720FE8FF76}"/>
              </a:ext>
            </a:extLst>
          </p:cNvPr>
          <p:cNvSpPr/>
          <p:nvPr/>
        </p:nvSpPr>
        <p:spPr>
          <a:xfrm>
            <a:off x="695960" y="608329"/>
            <a:ext cx="10800080" cy="564134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78765">
                <a:srgbClr val="FAD9C2"/>
              </a:gs>
              <a:gs pos="90000">
                <a:srgbClr val="FBE4C1"/>
              </a:gs>
              <a:gs pos="100000">
                <a:srgbClr val="FAD9C2"/>
              </a:gs>
            </a:gsLst>
            <a:path path="circle">
              <a:fillToRect l="50000" t="50000" r="50000" b="50000"/>
            </a:path>
            <a:tileRect/>
          </a:gradFill>
          <a:ln w="6350" cap="flat">
            <a:noFill/>
            <a:prstDash val="solid"/>
            <a:miter/>
          </a:ln>
          <a:effectLst>
            <a:outerShdw blurRad="152400" sx="101000" sy="101000" algn="ctr" rotWithShape="0">
              <a:prstClr val="black">
                <a:alpha val="32000"/>
              </a:prstClr>
            </a:outerShdw>
          </a:effectLst>
        </p:spPr>
        <p:txBody>
          <a:bodyPr rot="0" spcFirstLastPara="0" vertOverflow="overflow" horzOverflow="overflow" vert="horz" wrap="square" lIns="86400" tIns="45720" rIns="864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000" dirty="0">
              <a:gradFill flip="none" rotWithShape="1">
                <a:gsLst>
                  <a:gs pos="0">
                    <a:schemeClr val="accent2">
                      <a:lumMod val="0"/>
                      <a:lumOff val="100000"/>
                    </a:schemeClr>
                  </a:gs>
                  <a:gs pos="35000">
                    <a:schemeClr val="accent2">
                      <a:lumMod val="0"/>
                      <a:lumOff val="100000"/>
                    </a:schemeClr>
                  </a:gs>
                  <a:gs pos="100000">
                    <a:schemeClr val="accent2">
                      <a:lumMod val="100000"/>
                    </a:schemeClr>
                  </a:gs>
                </a:gsLst>
                <a:path path="rect">
                  <a:fillToRect l="50000" t="50000" r="50000" b="50000"/>
                </a:path>
                <a:tileRect/>
              </a:gradFill>
              <a:latin typeface="+mj-lt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D14A4BB-2A9C-4884-AD66-70B1E445EAF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99" r="520"/>
          <a:stretch/>
        </p:blipFill>
        <p:spPr>
          <a:xfrm>
            <a:off x="1162050" y="1230313"/>
            <a:ext cx="3908425" cy="4397375"/>
          </a:xfrm>
        </p:spPr>
      </p:pic>
      <p:sp>
        <p:nvSpPr>
          <p:cNvPr id="11" name="Прямоугольник: скругленные противолежащие углы 10">
            <a:extLst>
              <a:ext uri="{FF2B5EF4-FFF2-40B4-BE49-F238E27FC236}">
                <a16:creationId xmlns:a16="http://schemas.microsoft.com/office/drawing/2014/main" id="{AC75BFE6-3167-4615-8210-2A606D3A0667}"/>
              </a:ext>
            </a:extLst>
          </p:cNvPr>
          <p:cNvSpPr/>
          <p:nvPr/>
        </p:nvSpPr>
        <p:spPr>
          <a:xfrm>
            <a:off x="5499640" y="1025286"/>
            <a:ext cx="5523957" cy="369331"/>
          </a:xfrm>
          <a:prstGeom prst="round2DiagRect">
            <a:avLst/>
          </a:prstGeom>
          <a:solidFill>
            <a:schemeClr val="bg1"/>
          </a:solidFill>
          <a:ln w="6350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6400" tIns="45720" rIns="864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000" dirty="0">
              <a:solidFill>
                <a:srgbClr val="D9300D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B1326C-8B22-4894-A190-6D25E5A0F58B}"/>
              </a:ext>
            </a:extLst>
          </p:cNvPr>
          <p:cNvSpPr txBox="1"/>
          <p:nvPr/>
        </p:nvSpPr>
        <p:spPr>
          <a:xfrm>
            <a:off x="5499643" y="1026160"/>
            <a:ext cx="5523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Голуб Иван Дмитриевич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214FD3-949F-4096-9C76-FD42E2F87126}"/>
              </a:ext>
            </a:extLst>
          </p:cNvPr>
          <p:cNvSpPr txBox="1"/>
          <p:nvPr/>
        </p:nvSpPr>
        <p:spPr>
          <a:xfrm>
            <a:off x="5415280" y="1706880"/>
            <a:ext cx="560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Роль в проекте:  аналитик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15F1B9-6E02-47E8-A57F-4E1FBD0BE427}"/>
              </a:ext>
            </a:extLst>
          </p:cNvPr>
          <p:cNvSpPr txBox="1"/>
          <p:nvPr/>
        </p:nvSpPr>
        <p:spPr>
          <a:xfrm>
            <a:off x="5415280" y="2105660"/>
            <a:ext cx="560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Выполненных задач:  3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27F09A-3816-4F9E-980C-F86234C8A575}"/>
              </a:ext>
            </a:extLst>
          </p:cNvPr>
          <p:cNvSpPr txBox="1"/>
          <p:nvPr/>
        </p:nvSpPr>
        <p:spPr>
          <a:xfrm>
            <a:off x="5415280" y="2494043"/>
            <a:ext cx="5569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Процент от числа изначально </a:t>
            </a:r>
          </a:p>
          <a:p>
            <a:r>
              <a:rPr lang="ru-RU" dirty="0"/>
              <a:t>запланированных задач: 18%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A402A8-7D42-4EF2-89AC-8C4C033CC4FC}"/>
              </a:ext>
            </a:extLst>
          </p:cNvPr>
          <p:cNvSpPr txBox="1"/>
          <p:nvPr/>
        </p:nvSpPr>
        <p:spPr>
          <a:xfrm>
            <a:off x="5415282" y="3174763"/>
            <a:ext cx="560831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Описание выполненного функционала: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dirty="0"/>
              <a:t>Разработка </a:t>
            </a:r>
            <a:r>
              <a:rPr lang="en-US" dirty="0"/>
              <a:t>Use-Case </a:t>
            </a:r>
            <a:r>
              <a:rPr lang="ru-RU" dirty="0"/>
              <a:t>диаграммы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dirty="0"/>
              <a:t>Создание словаря данных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dirty="0"/>
              <a:t>Редактирование и добавление </a:t>
            </a:r>
            <a:r>
              <a:rPr lang="ru-RU" dirty="0" smtClean="0"/>
              <a:t>данных одной </a:t>
            </a:r>
            <a:r>
              <a:rPr lang="ru-RU" dirty="0"/>
              <a:t>из страниц</a:t>
            </a:r>
          </a:p>
        </p:txBody>
      </p:sp>
      <p:sp>
        <p:nvSpPr>
          <p:cNvPr id="12" name="Прямоугольник: усеченные противолежащие углы 11">
            <a:extLst>
              <a:ext uri="{FF2B5EF4-FFF2-40B4-BE49-F238E27FC236}">
                <a16:creationId xmlns:a16="http://schemas.microsoft.com/office/drawing/2014/main" id="{33A11124-6D62-413C-BA3A-6684F12E9895}"/>
              </a:ext>
            </a:extLst>
          </p:cNvPr>
          <p:cNvSpPr/>
          <p:nvPr/>
        </p:nvSpPr>
        <p:spPr>
          <a:xfrm rot="19656175">
            <a:off x="801889" y="1262097"/>
            <a:ext cx="1219200" cy="296862"/>
          </a:xfrm>
          <a:prstGeom prst="snip2DiagRect">
            <a:avLst/>
          </a:prstGeom>
          <a:solidFill>
            <a:schemeClr val="bg1">
              <a:alpha val="60000"/>
            </a:schemeClr>
          </a:solidFill>
          <a:ln w="6350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6400" tIns="45720" rIns="864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000" dirty="0">
              <a:solidFill>
                <a:srgbClr val="D9300D"/>
              </a:solidFill>
              <a:latin typeface="+mj-lt"/>
            </a:endParaRPr>
          </a:p>
        </p:txBody>
      </p:sp>
      <p:pic>
        <p:nvPicPr>
          <p:cNvPr id="15" name="Рисунок 14" descr="Курсор со сплошной заливкой">
            <a:extLst>
              <a:ext uri="{FF2B5EF4-FFF2-40B4-BE49-F238E27FC236}">
                <a16:creationId xmlns:a16="http://schemas.microsoft.com/office/drawing/2014/main" id="{C1680208-8492-497B-82F3-859B28B6BDC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536441" y="51493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449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2F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B8F2E8-9992-40ED-9EA8-B530A39C63B4}"/>
              </a:ext>
            </a:extLst>
          </p:cNvPr>
          <p:cNvSpPr txBox="1"/>
          <p:nvPr/>
        </p:nvSpPr>
        <p:spPr>
          <a:xfrm>
            <a:off x="3444240" y="51861"/>
            <a:ext cx="5303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+mj-lt"/>
              </a:rPr>
              <a:t>ER-</a:t>
            </a:r>
            <a:r>
              <a:rPr lang="ru-RU" sz="4800" dirty="0">
                <a:solidFill>
                  <a:schemeClr val="bg1"/>
                </a:solidFill>
                <a:latin typeface="+mj-lt"/>
              </a:rPr>
              <a:t>диаграмма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EA7B13E-E07B-4AD7-8139-4BAED096E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859" y="993557"/>
            <a:ext cx="9846282" cy="56350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705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E2F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3B62AF-95F8-42D5-AEB9-97722B3FA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92" y="746012"/>
            <a:ext cx="11367216" cy="60210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C3F48-5D4A-433B-B3B0-2BE4D7E1EF33}"/>
              </a:ext>
            </a:extLst>
          </p:cNvPr>
          <p:cNvSpPr txBox="1"/>
          <p:nvPr/>
        </p:nvSpPr>
        <p:spPr>
          <a:xfrm>
            <a:off x="2251278" y="38126"/>
            <a:ext cx="76894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+mj-lt"/>
              </a:rPr>
              <a:t>Авторизация администрации</a:t>
            </a:r>
          </a:p>
        </p:txBody>
      </p:sp>
    </p:spTree>
    <p:extLst>
      <p:ext uri="{BB962C8B-B14F-4D97-AF65-F5344CB8AC3E}">
        <p14:creationId xmlns:p14="http://schemas.microsoft.com/office/powerpoint/2010/main" val="95631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E2F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3B62AF-95F8-42D5-AEB9-97722B3FA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92" y="746012"/>
            <a:ext cx="11367216" cy="60210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C3F48-5D4A-433B-B3B0-2BE4D7E1EF33}"/>
              </a:ext>
            </a:extLst>
          </p:cNvPr>
          <p:cNvSpPr txBox="1"/>
          <p:nvPr/>
        </p:nvSpPr>
        <p:spPr>
          <a:xfrm>
            <a:off x="2661920" y="38126"/>
            <a:ext cx="6868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+mj-lt"/>
              </a:rPr>
              <a:t>Панель администратора</a:t>
            </a:r>
          </a:p>
        </p:txBody>
      </p:sp>
    </p:spTree>
    <p:extLst>
      <p:ext uri="{BB962C8B-B14F-4D97-AF65-F5344CB8AC3E}">
        <p14:creationId xmlns:p14="http://schemas.microsoft.com/office/powerpoint/2010/main" val="1262362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E2F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3B62AF-95F8-42D5-AEB9-97722B3FA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92" y="746012"/>
            <a:ext cx="11367215" cy="60210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C3F48-5D4A-433B-B3B0-2BE4D7E1EF33}"/>
              </a:ext>
            </a:extLst>
          </p:cNvPr>
          <p:cNvSpPr txBox="1"/>
          <p:nvPr/>
        </p:nvSpPr>
        <p:spPr>
          <a:xfrm>
            <a:off x="2661920" y="38126"/>
            <a:ext cx="6868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+mj-lt"/>
              </a:rPr>
              <a:t>Заказы</a:t>
            </a:r>
          </a:p>
        </p:txBody>
      </p:sp>
    </p:spTree>
    <p:extLst>
      <p:ext uri="{BB962C8B-B14F-4D97-AF65-F5344CB8AC3E}">
        <p14:creationId xmlns:p14="http://schemas.microsoft.com/office/powerpoint/2010/main" val="2758982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E2F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3B62AF-95F8-42D5-AEB9-97722B3FA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92" y="746012"/>
            <a:ext cx="11367215" cy="60210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C3F48-5D4A-433B-B3B0-2BE4D7E1EF33}"/>
              </a:ext>
            </a:extLst>
          </p:cNvPr>
          <p:cNvSpPr txBox="1"/>
          <p:nvPr/>
        </p:nvSpPr>
        <p:spPr>
          <a:xfrm>
            <a:off x="2661920" y="38126"/>
            <a:ext cx="6868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+mj-lt"/>
              </a:rPr>
              <a:t>Меню</a:t>
            </a:r>
          </a:p>
        </p:txBody>
      </p:sp>
    </p:spTree>
    <p:extLst>
      <p:ext uri="{BB962C8B-B14F-4D97-AF65-F5344CB8AC3E}">
        <p14:creationId xmlns:p14="http://schemas.microsoft.com/office/powerpoint/2010/main" val="107524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E2F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3B62AF-95F8-42D5-AEB9-97722B3FA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93" y="746012"/>
            <a:ext cx="11367213" cy="60210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C3F48-5D4A-433B-B3B0-2BE4D7E1EF33}"/>
              </a:ext>
            </a:extLst>
          </p:cNvPr>
          <p:cNvSpPr txBox="1"/>
          <p:nvPr/>
        </p:nvSpPr>
        <p:spPr>
          <a:xfrm>
            <a:off x="2661920" y="38126"/>
            <a:ext cx="6868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+mj-lt"/>
              </a:rPr>
              <a:t>Управление сотрудниками</a:t>
            </a:r>
          </a:p>
        </p:txBody>
      </p:sp>
    </p:spTree>
    <p:extLst>
      <p:ext uri="{BB962C8B-B14F-4D97-AF65-F5344CB8AC3E}">
        <p14:creationId xmlns:p14="http://schemas.microsoft.com/office/powerpoint/2010/main" val="2393992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E2F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3B62AF-95F8-42D5-AEB9-97722B3FA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93" y="746012"/>
            <a:ext cx="11367213" cy="60210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C3F48-5D4A-433B-B3B0-2BE4D7E1EF33}"/>
              </a:ext>
            </a:extLst>
          </p:cNvPr>
          <p:cNvSpPr txBox="1"/>
          <p:nvPr/>
        </p:nvSpPr>
        <p:spPr>
          <a:xfrm>
            <a:off x="2545079" y="50278"/>
            <a:ext cx="7101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+mj-lt"/>
              </a:rPr>
              <a:t>Добавление нового сотрудника</a:t>
            </a:r>
          </a:p>
        </p:txBody>
      </p:sp>
    </p:spTree>
    <p:extLst>
      <p:ext uri="{BB962C8B-B14F-4D97-AF65-F5344CB8AC3E}">
        <p14:creationId xmlns:p14="http://schemas.microsoft.com/office/powerpoint/2010/main" val="115886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E2F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3B62AF-95F8-42D5-AEB9-97722B3FA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93" y="746012"/>
            <a:ext cx="11367213" cy="60210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C3F48-5D4A-433B-B3B0-2BE4D7E1EF33}"/>
              </a:ext>
            </a:extLst>
          </p:cNvPr>
          <p:cNvSpPr txBox="1"/>
          <p:nvPr/>
        </p:nvSpPr>
        <p:spPr>
          <a:xfrm>
            <a:off x="2661920" y="38126"/>
            <a:ext cx="6868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+mj-lt"/>
              </a:rPr>
              <a:t>Редактирование сотрудника</a:t>
            </a:r>
          </a:p>
        </p:txBody>
      </p:sp>
    </p:spTree>
    <p:extLst>
      <p:ext uri="{BB962C8B-B14F-4D97-AF65-F5344CB8AC3E}">
        <p14:creationId xmlns:p14="http://schemas.microsoft.com/office/powerpoint/2010/main" val="3934875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E2F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3B62AF-95F8-42D5-AEB9-97722B3FA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94" y="746012"/>
            <a:ext cx="11367211" cy="60210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C3F48-5D4A-433B-B3B0-2BE4D7E1EF33}"/>
              </a:ext>
            </a:extLst>
          </p:cNvPr>
          <p:cNvSpPr txBox="1"/>
          <p:nvPr/>
        </p:nvSpPr>
        <p:spPr>
          <a:xfrm>
            <a:off x="2661920" y="38126"/>
            <a:ext cx="6868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+mj-lt"/>
              </a:rPr>
              <a:t>Управление сменами</a:t>
            </a:r>
          </a:p>
        </p:txBody>
      </p:sp>
    </p:spTree>
    <p:extLst>
      <p:ext uri="{BB962C8B-B14F-4D97-AF65-F5344CB8AC3E}">
        <p14:creationId xmlns:p14="http://schemas.microsoft.com/office/powerpoint/2010/main" val="381182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E2F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3B62AF-95F8-42D5-AEB9-97722B3FA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94" y="746012"/>
            <a:ext cx="11367211" cy="60210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C3F48-5D4A-433B-B3B0-2BE4D7E1EF33}"/>
              </a:ext>
            </a:extLst>
          </p:cNvPr>
          <p:cNvSpPr txBox="1"/>
          <p:nvPr/>
        </p:nvSpPr>
        <p:spPr>
          <a:xfrm>
            <a:off x="2661920" y="38126"/>
            <a:ext cx="6868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+mj-lt"/>
              </a:rPr>
              <a:t>Добавление смены</a:t>
            </a:r>
          </a:p>
        </p:txBody>
      </p:sp>
    </p:spTree>
    <p:extLst>
      <p:ext uri="{BB962C8B-B14F-4D97-AF65-F5344CB8AC3E}">
        <p14:creationId xmlns:p14="http://schemas.microsoft.com/office/powerpoint/2010/main" val="2412930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E2F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3B62AF-95F8-42D5-AEB9-97722B3FA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95" y="746012"/>
            <a:ext cx="11367209" cy="60210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C3F48-5D4A-433B-B3B0-2BE4D7E1EF33}"/>
              </a:ext>
            </a:extLst>
          </p:cNvPr>
          <p:cNvSpPr txBox="1"/>
          <p:nvPr/>
        </p:nvSpPr>
        <p:spPr>
          <a:xfrm>
            <a:off x="2661920" y="38126"/>
            <a:ext cx="6868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+mj-lt"/>
              </a:rPr>
              <a:t>Редактирование смены</a:t>
            </a:r>
          </a:p>
        </p:txBody>
      </p:sp>
    </p:spTree>
    <p:extLst>
      <p:ext uri="{BB962C8B-B14F-4D97-AF65-F5344CB8AC3E}">
        <p14:creationId xmlns:p14="http://schemas.microsoft.com/office/powerpoint/2010/main" val="3051927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E2F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3B62AF-95F8-42D5-AEB9-97722B3FA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95" y="746012"/>
            <a:ext cx="11367209" cy="60210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C3F48-5D4A-433B-B3B0-2BE4D7E1EF33}"/>
              </a:ext>
            </a:extLst>
          </p:cNvPr>
          <p:cNvSpPr txBox="1"/>
          <p:nvPr/>
        </p:nvSpPr>
        <p:spPr>
          <a:xfrm>
            <a:off x="2661920" y="38126"/>
            <a:ext cx="6868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+mj-lt"/>
              </a:rPr>
              <a:t>Управление клиентами</a:t>
            </a:r>
          </a:p>
        </p:txBody>
      </p:sp>
    </p:spTree>
    <p:extLst>
      <p:ext uri="{BB962C8B-B14F-4D97-AF65-F5344CB8AC3E}">
        <p14:creationId xmlns:p14="http://schemas.microsoft.com/office/powerpoint/2010/main" val="508938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E2F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3B62AF-95F8-42D5-AEB9-97722B3FA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95" y="746012"/>
            <a:ext cx="11367208" cy="60210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C3F48-5D4A-433B-B3B0-2BE4D7E1EF33}"/>
              </a:ext>
            </a:extLst>
          </p:cNvPr>
          <p:cNvSpPr txBox="1"/>
          <p:nvPr/>
        </p:nvSpPr>
        <p:spPr>
          <a:xfrm>
            <a:off x="2661920" y="38126"/>
            <a:ext cx="6868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+mj-lt"/>
              </a:rPr>
              <a:t>Добавление нового клиента</a:t>
            </a:r>
          </a:p>
        </p:txBody>
      </p:sp>
    </p:spTree>
    <p:extLst>
      <p:ext uri="{BB962C8B-B14F-4D97-AF65-F5344CB8AC3E}">
        <p14:creationId xmlns:p14="http://schemas.microsoft.com/office/powerpoint/2010/main" val="759621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E2F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3B62AF-95F8-42D5-AEB9-97722B3FA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95" y="746012"/>
            <a:ext cx="11367208" cy="602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C3F48-5D4A-433B-B3B0-2BE4D7E1EF33}"/>
              </a:ext>
            </a:extLst>
          </p:cNvPr>
          <p:cNvSpPr txBox="1"/>
          <p:nvPr/>
        </p:nvSpPr>
        <p:spPr>
          <a:xfrm>
            <a:off x="2661920" y="38126"/>
            <a:ext cx="6868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+mj-lt"/>
              </a:rPr>
              <a:t>Редактирование клиента</a:t>
            </a:r>
          </a:p>
        </p:txBody>
      </p:sp>
    </p:spTree>
    <p:extLst>
      <p:ext uri="{BB962C8B-B14F-4D97-AF65-F5344CB8AC3E}">
        <p14:creationId xmlns:p14="http://schemas.microsoft.com/office/powerpoint/2010/main" val="275074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E2F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3B62AF-95F8-42D5-AEB9-97722B3FA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96" y="746012"/>
            <a:ext cx="11367206" cy="602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C3F48-5D4A-433B-B3B0-2BE4D7E1EF33}"/>
              </a:ext>
            </a:extLst>
          </p:cNvPr>
          <p:cNvSpPr txBox="1"/>
          <p:nvPr/>
        </p:nvSpPr>
        <p:spPr>
          <a:xfrm>
            <a:off x="2661920" y="38126"/>
            <a:ext cx="6868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+mj-lt"/>
              </a:rPr>
              <a:t>Авторизация клиента</a:t>
            </a:r>
          </a:p>
        </p:txBody>
      </p:sp>
    </p:spTree>
    <p:extLst>
      <p:ext uri="{BB962C8B-B14F-4D97-AF65-F5344CB8AC3E}">
        <p14:creationId xmlns:p14="http://schemas.microsoft.com/office/powerpoint/2010/main" val="91399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E2F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3B62AF-95F8-42D5-AEB9-97722B3FA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96" y="746012"/>
            <a:ext cx="11367206" cy="60210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C3F48-5D4A-433B-B3B0-2BE4D7E1EF33}"/>
              </a:ext>
            </a:extLst>
          </p:cNvPr>
          <p:cNvSpPr txBox="1"/>
          <p:nvPr/>
        </p:nvSpPr>
        <p:spPr>
          <a:xfrm>
            <a:off x="2661920" y="38126"/>
            <a:ext cx="6868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+mj-lt"/>
              </a:rPr>
              <a:t>Панель клиента</a:t>
            </a:r>
          </a:p>
        </p:txBody>
      </p:sp>
    </p:spTree>
    <p:extLst>
      <p:ext uri="{BB962C8B-B14F-4D97-AF65-F5344CB8AC3E}">
        <p14:creationId xmlns:p14="http://schemas.microsoft.com/office/powerpoint/2010/main" val="237095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E2F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3B62AF-95F8-42D5-AEB9-97722B3FA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97" y="746012"/>
            <a:ext cx="11367204" cy="60210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C3F48-5D4A-433B-B3B0-2BE4D7E1EF33}"/>
              </a:ext>
            </a:extLst>
          </p:cNvPr>
          <p:cNvSpPr txBox="1"/>
          <p:nvPr/>
        </p:nvSpPr>
        <p:spPr>
          <a:xfrm>
            <a:off x="2661920" y="38126"/>
            <a:ext cx="6868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+mj-lt"/>
              </a:rPr>
              <a:t>Меню</a:t>
            </a:r>
          </a:p>
        </p:txBody>
      </p:sp>
    </p:spTree>
    <p:extLst>
      <p:ext uri="{BB962C8B-B14F-4D97-AF65-F5344CB8AC3E}">
        <p14:creationId xmlns:p14="http://schemas.microsoft.com/office/powerpoint/2010/main" val="919864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E2F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3B62AF-95F8-42D5-AEB9-97722B3FA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97" y="746012"/>
            <a:ext cx="11367204" cy="60210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C3F48-5D4A-433B-B3B0-2BE4D7E1EF33}"/>
              </a:ext>
            </a:extLst>
          </p:cNvPr>
          <p:cNvSpPr txBox="1"/>
          <p:nvPr/>
        </p:nvSpPr>
        <p:spPr>
          <a:xfrm>
            <a:off x="2661920" y="38126"/>
            <a:ext cx="6868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+mj-lt"/>
              </a:rPr>
              <a:t>Заказы клиента</a:t>
            </a:r>
          </a:p>
        </p:txBody>
      </p:sp>
    </p:spTree>
    <p:extLst>
      <p:ext uri="{BB962C8B-B14F-4D97-AF65-F5344CB8AC3E}">
        <p14:creationId xmlns:p14="http://schemas.microsoft.com/office/powerpoint/2010/main" val="372960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E2F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3B62AF-95F8-42D5-AEB9-97722B3FA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98" y="746012"/>
            <a:ext cx="11367202" cy="60210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C3F48-5D4A-433B-B3B0-2BE4D7E1EF33}"/>
              </a:ext>
            </a:extLst>
          </p:cNvPr>
          <p:cNvSpPr txBox="1"/>
          <p:nvPr/>
        </p:nvSpPr>
        <p:spPr>
          <a:xfrm>
            <a:off x="2661920" y="38126"/>
            <a:ext cx="6868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+mj-lt"/>
              </a:rPr>
              <a:t>Оформление нового заказа</a:t>
            </a:r>
          </a:p>
        </p:txBody>
      </p:sp>
    </p:spTree>
    <p:extLst>
      <p:ext uri="{BB962C8B-B14F-4D97-AF65-F5344CB8AC3E}">
        <p14:creationId xmlns:p14="http://schemas.microsoft.com/office/powerpoint/2010/main" val="483691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3209C4-EF8D-47BB-B0C8-B96FC5BAEAB8}"/>
              </a:ext>
            </a:extLst>
          </p:cNvPr>
          <p:cNvSpPr txBox="1"/>
          <p:nvPr/>
        </p:nvSpPr>
        <p:spPr>
          <a:xfrm>
            <a:off x="1675660" y="254000"/>
            <a:ext cx="8840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+mj-lt"/>
              </a:rPr>
              <a:t>Описание функционала программы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473A13-7D96-4BEB-8DB0-3EE8CC39BE79}"/>
              </a:ext>
            </a:extLst>
          </p:cNvPr>
          <p:cNvSpPr txBox="1"/>
          <p:nvPr/>
        </p:nvSpPr>
        <p:spPr>
          <a:xfrm>
            <a:off x="1335873" y="1143000"/>
            <a:ext cx="95202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i="0" dirty="0">
                <a:solidFill>
                  <a:srgbClr val="F9FAFB"/>
                </a:solidFill>
                <a:effectLst/>
              </a:rPr>
              <a:t>Разработанная система реализует двухконтурную модель доступа: </a:t>
            </a:r>
            <a:r>
              <a:rPr lang="ru-RU" sz="2000" b="1" i="0" dirty="0" smtClean="0">
                <a:solidFill>
                  <a:srgbClr val="F9FAFB"/>
                </a:solidFill>
                <a:effectLst/>
              </a:rPr>
              <a:t>для </a:t>
            </a:r>
            <a:r>
              <a:rPr lang="ru-RU" sz="2000" b="1" i="0" dirty="0" smtClean="0">
                <a:solidFill>
                  <a:srgbClr val="F9FAFB"/>
                </a:solidFill>
                <a:effectLst/>
              </a:rPr>
              <a:t> </a:t>
            </a:r>
            <a:r>
              <a:rPr lang="ru-RU" sz="2000" b="1" i="0" u="sng" dirty="0" smtClean="0">
                <a:solidFill>
                  <a:srgbClr val="F9FAFB"/>
                </a:solidFill>
                <a:effectLst/>
              </a:rPr>
              <a:t>администрации</a:t>
            </a:r>
            <a:r>
              <a:rPr lang="ru-RU" sz="2000" b="1" i="0" dirty="0" smtClean="0">
                <a:solidFill>
                  <a:srgbClr val="F9FAFB"/>
                </a:solidFill>
                <a:effectLst/>
              </a:rPr>
              <a:t> </a:t>
            </a:r>
            <a:r>
              <a:rPr lang="ru-RU" sz="2000" b="1" i="0" dirty="0">
                <a:solidFill>
                  <a:srgbClr val="F9FAFB"/>
                </a:solidFill>
                <a:effectLst/>
              </a:rPr>
              <a:t>заведения и для </a:t>
            </a:r>
            <a:r>
              <a:rPr lang="ru-RU" sz="2000" b="1" i="0" u="sng" dirty="0">
                <a:solidFill>
                  <a:srgbClr val="F9FAFB"/>
                </a:solidFill>
                <a:effectLst/>
              </a:rPr>
              <a:t>посетителей</a:t>
            </a:r>
            <a:r>
              <a:rPr lang="ru-RU" sz="2000" b="1" i="0" dirty="0">
                <a:solidFill>
                  <a:srgbClr val="F9FAFB"/>
                </a:solidFill>
                <a:effectLst/>
              </a:rPr>
              <a:t>.</a:t>
            </a:r>
            <a:endParaRPr lang="ru-RU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D38C2-6026-430E-AD59-237C6AE3A6E6}"/>
              </a:ext>
            </a:extLst>
          </p:cNvPr>
          <p:cNvSpPr txBox="1"/>
          <p:nvPr/>
        </p:nvSpPr>
        <p:spPr>
          <a:xfrm>
            <a:off x="1021979" y="2032000"/>
            <a:ext cx="10148040" cy="4039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управления - Администратор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 полный контроль над операционной деятельностью</a:t>
            </a:r>
          </a:p>
          <a:p>
            <a:pPr algn="ctr"/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сотрудниками: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Ведение картотеки персонала с привязкой ролей (Официант, Повар, Администратор и т.д.) и учетными данными.</a:t>
            </a:r>
          </a:p>
          <a:p>
            <a:pPr marL="285750" indent="-2857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Планирование смен: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Формирование графика работы с 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автоматическим </a:t>
            </a:r>
          </a:p>
          <a:p>
            <a:pPr algn="l">
              <a:lnSpc>
                <a:spcPct val="125000"/>
              </a:lnSpc>
            </a:pPr>
            <a:r>
              <a:rPr lang="ru-RU" dirty="0">
                <a:solidFill>
                  <a:srgbClr val="F9FA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solidFill>
                  <a:srgbClr val="F9FA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расчетом 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продолжительности смены.</a:t>
            </a:r>
          </a:p>
          <a:p>
            <a:pPr marL="285750" indent="-2857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меню: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Возможность редактирования списка блюд и их </a:t>
            </a:r>
          </a:p>
          <a:p>
            <a:pPr algn="l">
              <a:lnSpc>
                <a:spcPct val="125000"/>
              </a:lnSpc>
            </a:pPr>
            <a:r>
              <a:rPr lang="ru-RU" dirty="0">
                <a:solidFill>
                  <a:srgbClr val="F9FA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распределения 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 категориям (Пицца, Супы, Напитки и т.д.)</a:t>
            </a:r>
          </a:p>
          <a:p>
            <a:pPr marL="285750" indent="-2857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CRM клиентов: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Ведение базы гостей с историей регистрации и 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заметками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Мониторинг заказов: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Просмотр всех активных и завершенных заказов с </a:t>
            </a:r>
          </a:p>
          <a:p>
            <a:pPr algn="l">
              <a:lnSpc>
                <a:spcPct val="125000"/>
              </a:lnSpc>
            </a:pPr>
            <a:r>
              <a:rPr lang="ru-RU" dirty="0">
                <a:solidFill>
                  <a:srgbClr val="F9FA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dirty="0" smtClean="0">
                <a:solidFill>
                  <a:srgbClr val="F9FA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озможностью 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изменения статуса готовности.</a:t>
            </a:r>
          </a:p>
        </p:txBody>
      </p:sp>
    </p:spTree>
    <p:extLst>
      <p:ext uri="{BB962C8B-B14F-4D97-AF65-F5344CB8AC3E}">
        <p14:creationId xmlns:p14="http://schemas.microsoft.com/office/powerpoint/2010/main" val="83071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3209C4-EF8D-47BB-B0C8-B96FC5BAEAB8}"/>
              </a:ext>
            </a:extLst>
          </p:cNvPr>
          <p:cNvSpPr txBox="1"/>
          <p:nvPr/>
        </p:nvSpPr>
        <p:spPr>
          <a:xfrm>
            <a:off x="1744832" y="254000"/>
            <a:ext cx="87023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+mj-lt"/>
              </a:rPr>
              <a:t>Описание функционала программы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473A13-7D96-4BEB-8DB0-3EE8CC39BE79}"/>
              </a:ext>
            </a:extLst>
          </p:cNvPr>
          <p:cNvSpPr txBox="1"/>
          <p:nvPr/>
        </p:nvSpPr>
        <p:spPr>
          <a:xfrm>
            <a:off x="1346970" y="1143000"/>
            <a:ext cx="94980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i="0" dirty="0">
                <a:solidFill>
                  <a:srgbClr val="F9FAFB"/>
                </a:solidFill>
                <a:effectLst/>
              </a:rPr>
              <a:t>Разработанная система реализует двухконтурную модель доступа: </a:t>
            </a:r>
            <a:r>
              <a:rPr lang="ru-RU" sz="2000" b="1" i="0" dirty="0" smtClean="0">
                <a:solidFill>
                  <a:srgbClr val="F9FAFB"/>
                </a:solidFill>
                <a:effectLst/>
              </a:rPr>
              <a:t>для </a:t>
            </a:r>
            <a:r>
              <a:rPr lang="ru-RU" sz="2000" b="1" i="0" u="sng" dirty="0" smtClean="0">
                <a:solidFill>
                  <a:srgbClr val="F9FAFB"/>
                </a:solidFill>
                <a:effectLst/>
              </a:rPr>
              <a:t>администрации</a:t>
            </a:r>
            <a:r>
              <a:rPr lang="ru-RU" sz="2000" b="1" i="0" dirty="0" smtClean="0">
                <a:solidFill>
                  <a:srgbClr val="F9FAFB"/>
                </a:solidFill>
                <a:effectLst/>
              </a:rPr>
              <a:t> </a:t>
            </a:r>
            <a:r>
              <a:rPr lang="ru-RU" sz="2000" b="1" i="0" dirty="0">
                <a:solidFill>
                  <a:srgbClr val="F9FAFB"/>
                </a:solidFill>
                <a:effectLst/>
              </a:rPr>
              <a:t>заведения и для </a:t>
            </a:r>
            <a:r>
              <a:rPr lang="ru-RU" sz="2000" b="1" i="0" u="sng" dirty="0">
                <a:solidFill>
                  <a:srgbClr val="F9FAFB"/>
                </a:solidFill>
                <a:effectLst/>
              </a:rPr>
              <a:t>посетителей</a:t>
            </a:r>
            <a:r>
              <a:rPr lang="ru-RU" sz="2000" b="1" i="0" dirty="0">
                <a:solidFill>
                  <a:srgbClr val="F9FAFB"/>
                </a:solidFill>
                <a:effectLst/>
              </a:rPr>
              <a:t>.</a:t>
            </a:r>
            <a:endParaRPr lang="ru-RU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D38C2-6026-430E-AD59-237C6AE3A6E6}"/>
              </a:ext>
            </a:extLst>
          </p:cNvPr>
          <p:cNvSpPr txBox="1"/>
          <p:nvPr/>
        </p:nvSpPr>
        <p:spPr>
          <a:xfrm>
            <a:off x="913492" y="2032000"/>
            <a:ext cx="103650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посетителя - Клиент</a:t>
            </a:r>
          </a:p>
          <a:p>
            <a:pPr algn="ctr"/>
            <a:r>
              <a:rPr lang="ru-RU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Предоставляет гостю удобный интерфейс для самостоятельного </a:t>
            </a:r>
          </a:p>
          <a:p>
            <a:pPr algn="ctr"/>
            <a:r>
              <a:rPr lang="ru-RU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взаимодействия с рестораном</a:t>
            </a:r>
          </a:p>
          <a:p>
            <a:pPr algn="ctr"/>
            <a:endParaRPr lang="ru-RU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Упрощенная авторизация: </a:t>
            </a:r>
            <a:r>
              <a:rPr lang="ru-RU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Вход в систему осуществляется по связке </a:t>
            </a:r>
            <a:r>
              <a:rPr lang="ru-RU" i="0" dirty="0" smtClean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</a:p>
          <a:p>
            <a:pPr algn="just">
              <a:lnSpc>
                <a:spcPct val="125000"/>
              </a:lnSpc>
            </a:pPr>
            <a:r>
              <a:rPr lang="ru-RU" dirty="0">
                <a:solidFill>
                  <a:srgbClr val="F9FA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solidFill>
                  <a:srgbClr val="F9FA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0" dirty="0" smtClean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Фамилия </a:t>
            </a:r>
            <a:r>
              <a:rPr lang="ru-RU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 Имя.</a:t>
            </a:r>
          </a:p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Интерактивное меню: </a:t>
            </a:r>
            <a:r>
              <a:rPr lang="ru-RU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Удобная фильтрация блюд по категориям </a:t>
            </a:r>
            <a:r>
              <a:rPr lang="ru-RU" i="0" dirty="0" smtClean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 отображением </a:t>
            </a:r>
            <a:r>
              <a:rPr lang="ru-RU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актуальных цен и состава.</a:t>
            </a:r>
          </a:p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 заказа: </a:t>
            </a:r>
            <a:r>
              <a:rPr lang="ru-RU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 «Корзины» для сбора блюд с автоматическим </a:t>
            </a:r>
            <a:endParaRPr lang="ru-RU" i="0" dirty="0" smtClean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ru-RU" dirty="0">
                <a:solidFill>
                  <a:srgbClr val="F9FA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solidFill>
                  <a:srgbClr val="F9FA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0" dirty="0" smtClean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подсчетом </a:t>
            </a:r>
            <a:r>
              <a:rPr lang="ru-RU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итоговой суммы.</a:t>
            </a:r>
          </a:p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заказов: </a:t>
            </a:r>
            <a:r>
              <a:rPr lang="ru-RU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статуса текущего заказа и архива предыдущих </a:t>
            </a:r>
          </a:p>
          <a:p>
            <a:pPr algn="just">
              <a:lnSpc>
                <a:spcPct val="125000"/>
              </a:lnSpc>
            </a:pPr>
            <a:r>
              <a:rPr lang="ru-RU" dirty="0">
                <a:solidFill>
                  <a:srgbClr val="F9FA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i="0" dirty="0" smtClean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визитов </a:t>
            </a:r>
            <a:r>
              <a:rPr lang="ru-RU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 возможностью быстрого повторения заказа.</a:t>
            </a:r>
          </a:p>
        </p:txBody>
      </p:sp>
    </p:spTree>
    <p:extLst>
      <p:ext uri="{BB962C8B-B14F-4D97-AF65-F5344CB8AC3E}">
        <p14:creationId xmlns:p14="http://schemas.microsoft.com/office/powerpoint/2010/main" val="37941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96F088-352B-4926-BFD1-1387CD450254}"/>
              </a:ext>
            </a:extLst>
          </p:cNvPr>
          <p:cNvSpPr txBox="1"/>
          <p:nvPr/>
        </p:nvSpPr>
        <p:spPr>
          <a:xfrm>
            <a:off x="2748280" y="3044279"/>
            <a:ext cx="66954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381096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MON them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eckerli One - Montserrat Light">
      <a:majorFont>
        <a:latin typeface="Leckerli One"/>
        <a:ea typeface="Arial Unicode MS"/>
        <a:cs typeface=""/>
      </a:majorFont>
      <a:minorFont>
        <a:latin typeface="Montserrat Light"/>
        <a:ea typeface="Arial Unicode MS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 cap="flat">
          <a:noFill/>
          <a:prstDash val="solid"/>
          <a:miter/>
        </a:ln>
        <a:effectLst>
          <a:outerShdw blurRad="152400" sx="101000" sy="101000" algn="ctr" rotWithShape="0">
            <a:prstClr val="black">
              <a:alpha val="32000"/>
            </a:prstClr>
          </a:outerShdw>
        </a:effectLst>
      </a:spPr>
      <a:bodyPr rot="0" spcFirstLastPara="0" vertOverflow="overflow" horzOverflow="overflow" vert="horz" wrap="square" lIns="86400" tIns="45720" rIns="86400" bIns="468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0" dirty="0" smtClean="0">
            <a:solidFill>
              <a:srgbClr val="D9300D"/>
            </a:solidFill>
            <a:latin typeface="+mj-lt"/>
          </a:defRPr>
        </a:defPPr>
      </a:lst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Let's Picnic - PPTMON</Template>
  <TotalTime>345</TotalTime>
  <Words>467</Words>
  <Application>Microsoft Office PowerPoint</Application>
  <PresentationFormat>Широкоэкранный</PresentationFormat>
  <Paragraphs>113</Paragraphs>
  <Slides>30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8" baseType="lpstr">
      <vt:lpstr>Arial</vt:lpstr>
      <vt:lpstr>Arial Unicode MS</vt:lpstr>
      <vt:lpstr>Calibri</vt:lpstr>
      <vt:lpstr>Leckerli One</vt:lpstr>
      <vt:lpstr>Montserrat Light</vt:lpstr>
      <vt:lpstr>Times New Roman</vt:lpstr>
      <vt:lpstr>Wingdings</vt:lpstr>
      <vt:lpstr>PPTMON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Student24</cp:lastModifiedBy>
  <cp:revision>36</cp:revision>
  <dcterms:created xsi:type="dcterms:W3CDTF">2026-03-24T18:09:25Z</dcterms:created>
  <dcterms:modified xsi:type="dcterms:W3CDTF">2026-04-16T08:51:11Z</dcterms:modified>
</cp:coreProperties>
</file>